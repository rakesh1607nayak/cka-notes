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6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Anuradha" userId="1468942b-d8de-448d-a400-b76a201f1a6c" providerId="ADAL" clId="{E66CC6EB-4B1A-4717-89E5-2447D01EFBB0}"/>
    <pc:docChg chg="custSel modSld modMainMaster">
      <pc:chgData name="Mishra, Anuradha" userId="1468942b-d8de-448d-a400-b76a201f1a6c" providerId="ADAL" clId="{E66CC6EB-4B1A-4717-89E5-2447D01EFBB0}" dt="2020-04-13T06:06:58.829" v="77" actId="20577"/>
      <pc:docMkLst>
        <pc:docMk/>
      </pc:docMkLst>
      <pc:sldChg chg="delSp modSp">
        <pc:chgData name="Mishra, Anuradha" userId="1468942b-d8de-448d-a400-b76a201f1a6c" providerId="ADAL" clId="{E66CC6EB-4B1A-4717-89E5-2447D01EFBB0}" dt="2020-04-13T06:05:25.883" v="28" actId="478"/>
        <pc:sldMkLst>
          <pc:docMk/>
          <pc:sldMk cId="1667076940" sldId="673"/>
        </pc:sldMkLst>
        <pc:spChg chg="mod">
          <ac:chgData name="Mishra, Anuradha" userId="1468942b-d8de-448d-a400-b76a201f1a6c" providerId="ADAL" clId="{E66CC6EB-4B1A-4717-89E5-2447D01EFBB0}" dt="2020-04-13T06:04:51.811" v="25" actId="20577"/>
          <ac:spMkLst>
            <pc:docMk/>
            <pc:sldMk cId="1667076940" sldId="673"/>
            <ac:spMk id="91" creationId="{00000000-0000-0000-0000-000000000000}"/>
          </ac:spMkLst>
        </pc:spChg>
        <pc:spChg chg="del">
          <ac:chgData name="Mishra, Anuradha" userId="1468942b-d8de-448d-a400-b76a201f1a6c" providerId="ADAL" clId="{E66CC6EB-4B1A-4717-89E5-2447D01EFBB0}" dt="2020-04-13T06:05:25.883" v="28" actId="478"/>
          <ac:spMkLst>
            <pc:docMk/>
            <pc:sldMk cId="1667076940" sldId="673"/>
            <ac:spMk id="103" creationId="{00000000-0000-0000-0000-000000000000}"/>
          </ac:spMkLst>
        </pc:spChg>
        <pc:grpChg chg="del">
          <ac:chgData name="Mishra, Anuradha" userId="1468942b-d8de-448d-a400-b76a201f1a6c" providerId="ADAL" clId="{E66CC6EB-4B1A-4717-89E5-2447D01EFBB0}" dt="2020-04-13T06:05:20.955" v="26" actId="478"/>
          <ac:grpSpMkLst>
            <pc:docMk/>
            <pc:sldMk cId="1667076940" sldId="673"/>
            <ac:grpSpMk id="104" creationId="{00000000-0000-0000-0000-000000000000}"/>
          </ac:grpSpMkLst>
        </pc:grpChg>
        <pc:grpChg chg="del">
          <ac:chgData name="Mishra, Anuradha" userId="1468942b-d8de-448d-a400-b76a201f1a6c" providerId="ADAL" clId="{E66CC6EB-4B1A-4717-89E5-2447D01EFBB0}" dt="2020-04-13T06:05:23.288" v="27" actId="478"/>
          <ac:grpSpMkLst>
            <pc:docMk/>
            <pc:sldMk cId="1667076940" sldId="673"/>
            <ac:grpSpMk id="133" creationId="{00000000-0000-0000-0000-000000000000}"/>
          </ac:grpSpMkLst>
        </pc:grpChg>
      </pc:sldChg>
      <pc:sldMasterChg chg="modSldLayout">
        <pc:chgData name="Mishra, Anuradha" userId="1468942b-d8de-448d-a400-b76a201f1a6c" providerId="ADAL" clId="{E66CC6EB-4B1A-4717-89E5-2447D01EFBB0}" dt="2020-04-13T06:06:58.829" v="77" actId="20577"/>
        <pc:sldMasterMkLst>
          <pc:docMk/>
          <pc:sldMasterMk cId="1612570919" sldId="2147483660"/>
        </pc:sldMasterMkLst>
        <pc:sldLayoutChg chg="modSp">
          <pc:chgData name="Mishra, Anuradha" userId="1468942b-d8de-448d-a400-b76a201f1a6c" providerId="ADAL" clId="{E66CC6EB-4B1A-4717-89E5-2447D01EFBB0}" dt="2020-04-13T06:06:58.829" v="77" actId="20577"/>
          <pc:sldLayoutMkLst>
            <pc:docMk/>
            <pc:sldMasterMk cId="1612570919" sldId="2147483660"/>
            <pc:sldLayoutMk cId="2191927889" sldId="2147483666"/>
          </pc:sldLayoutMkLst>
          <pc:spChg chg="mod">
            <ac:chgData name="Mishra, Anuradha" userId="1468942b-d8de-448d-a400-b76a201f1a6c" providerId="ADAL" clId="{E66CC6EB-4B1A-4717-89E5-2447D01EFBB0}" dt="2020-04-13T06:06:42.142" v="73" actId="20577"/>
            <ac:spMkLst>
              <pc:docMk/>
              <pc:sldMasterMk cId="1612570919" sldId="2147483660"/>
              <pc:sldLayoutMk cId="2191927889" sldId="2147483666"/>
              <ac:spMk id="34" creationId="{F376ABD1-4930-42EB-9A73-9A9C7C6BF2D3}"/>
            </ac:spMkLst>
          </pc:spChg>
          <pc:spChg chg="mod">
            <ac:chgData name="Mishra, Anuradha" userId="1468942b-d8de-448d-a400-b76a201f1a6c" providerId="ADAL" clId="{E66CC6EB-4B1A-4717-89E5-2447D01EFBB0}" dt="2020-04-13T06:06:58.829" v="77" actId="20577"/>
            <ac:spMkLst>
              <pc:docMk/>
              <pc:sldMasterMk cId="1612570919" sldId="2147483660"/>
              <pc:sldLayoutMk cId="2191927889" sldId="2147483666"/>
              <ac:spMk id="35" creationId="{834ADCB4-BFB1-450D-8F6D-64217F4CD92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C9B28-138B-46B8-A49E-E1D793AF8CA0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46628-BBC8-4A32-9EC2-9D43AA23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3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3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://www.capgemini.com/" TargetMode="External"/><Relationship Id="rId2" Type="http://schemas.openxmlformats.org/officeDocument/2006/relationships/hyperlink" Target="http://www.linkedin.com/company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twitter.com/capgemini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://www.facebook.com/capgemini" TargetMode="External"/><Relationship Id="rId4" Type="http://schemas.openxmlformats.org/officeDocument/2006/relationships/hyperlink" Target="http://www.slideshare.net/capgemini" TargetMode="External"/><Relationship Id="rId9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xmlns="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/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2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162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xmlns="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3632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xmlns="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3327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xmlns="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53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0096500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0134600" y="0"/>
            <a:ext cx="2057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xmlns="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56600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7475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412750" y="6555971"/>
            <a:ext cx="3136900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en-US" sz="800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Automation Drive | Book of Success Stories | February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380246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1628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72641"/>
            <a:ext cx="2411412" cy="3847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lang="pt-PT" sz="20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insert title</a:t>
            </a:r>
            <a:endParaRPr lang="pt-PT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407988" y="408710"/>
            <a:ext cx="1649412" cy="926604"/>
          </a:xfrm>
        </p:spPr>
        <p:txBody>
          <a:bodyPr anchor="ctr" anchorCtr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-13252" y="1470990"/>
            <a:ext cx="2188367" cy="5387009"/>
          </a:xfrm>
          <a:custGeom>
            <a:avLst/>
            <a:gdLst>
              <a:gd name="connsiteX0" fmla="*/ 0 w 2127802"/>
              <a:gd name="connsiteY0" fmla="*/ 0 h 5237920"/>
              <a:gd name="connsiteX1" fmla="*/ 228389 w 2127802"/>
              <a:gd name="connsiteY1" fmla="*/ 177267 h 5237920"/>
              <a:gd name="connsiteX2" fmla="*/ 2127802 w 2127802"/>
              <a:gd name="connsiteY2" fmla="*/ 1493528 h 5237920"/>
              <a:gd name="connsiteX3" fmla="*/ 983907 w 2127802"/>
              <a:gd name="connsiteY3" fmla="*/ 5119868 h 5237920"/>
              <a:gd name="connsiteX4" fmla="*/ 888120 w 2127802"/>
              <a:gd name="connsiteY4" fmla="*/ 5237920 h 5237920"/>
              <a:gd name="connsiteX5" fmla="*/ 0 w 2127802"/>
              <a:gd name="connsiteY5" fmla="*/ 5237920 h 52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7802" h="5237920">
                <a:moveTo>
                  <a:pt x="0" y="0"/>
                </a:moveTo>
                <a:lnTo>
                  <a:pt x="228389" y="177267"/>
                </a:lnTo>
                <a:cubicBezTo>
                  <a:pt x="933367" y="733656"/>
                  <a:pt x="1568436" y="1284468"/>
                  <a:pt x="2127802" y="1493528"/>
                </a:cubicBezTo>
                <a:cubicBezTo>
                  <a:pt x="2067842" y="2848669"/>
                  <a:pt x="1715571" y="4155089"/>
                  <a:pt x="983907" y="5119868"/>
                </a:cubicBezTo>
                <a:lnTo>
                  <a:pt x="888120" y="5237920"/>
                </a:lnTo>
                <a:lnTo>
                  <a:pt x="0" y="5237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29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33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7">
            <a:hlinkClick r:id="rId2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Academy Practitioner Certification</a:t>
            </a:r>
          </a:p>
        </p:txBody>
      </p:sp>
      <p:sp>
        <p:nvSpPr>
          <p:cNvPr id="35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2020 Capgemini. All rights reserved.</a:t>
            </a:r>
          </a:p>
        </p:txBody>
      </p:sp>
      <p:pic>
        <p:nvPicPr>
          <p:cNvPr id="12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944596" cy="8650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insert title</a:t>
            </a:r>
            <a:endParaRPr lang="pt-PT" dirty="0"/>
          </a:p>
        </p:txBody>
      </p:sp>
      <p:sp>
        <p:nvSpPr>
          <p:cNvPr id="16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30720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4965701" y="6555971"/>
            <a:ext cx="4248149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 services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</a:t>
            </a:r>
            <a:r>
              <a:rPr lang="en-US" sz="800" kern="120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3 </a:t>
            </a:r>
            <a:r>
              <a:rPr lang="fr-FR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</a:t>
            </a: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transformation </a:t>
            </a:r>
            <a:r>
              <a:rPr lang="fr-FR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paths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Franck </a:t>
            </a:r>
            <a:r>
              <a:rPr lang="en-US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Greverie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December 2017</a:t>
            </a:r>
          </a:p>
        </p:txBody>
      </p:sp>
      <p:sp>
        <p:nvSpPr>
          <p:cNvPr id="13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943491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2017 Capgemini. All rights reserved.</a:t>
            </a:r>
          </a:p>
        </p:txBody>
      </p:sp>
      <p:sp>
        <p:nvSpPr>
          <p:cNvPr id="8" name="Freeform 7"/>
          <p:cNvSpPr>
            <a:spLocks/>
          </p:cNvSpPr>
          <p:nvPr userDrawn="1"/>
        </p:nvSpPr>
        <p:spPr bwMode="auto">
          <a:xfrm>
            <a:off x="0" y="1927538"/>
            <a:ext cx="5349676" cy="4930462"/>
          </a:xfrm>
          <a:custGeom>
            <a:avLst/>
            <a:gdLst>
              <a:gd name="connsiteX0" fmla="*/ 3697746 w 5349676"/>
              <a:gd name="connsiteY0" fmla="*/ 0 h 4930462"/>
              <a:gd name="connsiteX1" fmla="*/ 4720650 w 5349676"/>
              <a:gd name="connsiteY1" fmla="*/ 4813599 h 4930462"/>
              <a:gd name="connsiteX2" fmla="*/ 4663782 w 5349676"/>
              <a:gd name="connsiteY2" fmla="*/ 4930462 h 4930462"/>
              <a:gd name="connsiteX3" fmla="*/ 0 w 5349676"/>
              <a:gd name="connsiteY3" fmla="*/ 4930462 h 4930462"/>
              <a:gd name="connsiteX4" fmla="*/ 0 w 5349676"/>
              <a:gd name="connsiteY4" fmla="*/ 1277550 h 4930462"/>
              <a:gd name="connsiteX5" fmla="*/ 203444 w 5349676"/>
              <a:gd name="connsiteY5" fmla="*/ 1270933 h 4930462"/>
              <a:gd name="connsiteX6" fmla="*/ 3697746 w 5349676"/>
              <a:gd name="connsiteY6" fmla="*/ 0 h 493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49676" h="4930462">
                <a:moveTo>
                  <a:pt x="3697746" y="0"/>
                </a:moveTo>
                <a:cubicBezTo>
                  <a:pt x="5571382" y="1126464"/>
                  <a:pt x="5760791" y="2604949"/>
                  <a:pt x="4720650" y="4813599"/>
                </a:cubicBezTo>
                <a:lnTo>
                  <a:pt x="4663782" y="4930462"/>
                </a:lnTo>
                <a:lnTo>
                  <a:pt x="0" y="4930462"/>
                </a:lnTo>
                <a:lnTo>
                  <a:pt x="0" y="1277550"/>
                </a:lnTo>
                <a:lnTo>
                  <a:pt x="203444" y="1270933"/>
                </a:lnTo>
                <a:cubicBezTo>
                  <a:pt x="953886" y="1219961"/>
                  <a:pt x="2063394" y="883148"/>
                  <a:pt x="36977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Freeform 110"/>
          <p:cNvSpPr>
            <a:spLocks/>
          </p:cNvSpPr>
          <p:nvPr userDrawn="1"/>
        </p:nvSpPr>
        <p:spPr bwMode="auto">
          <a:xfrm rot="5400000" flipH="1">
            <a:off x="8209067" y="949447"/>
            <a:ext cx="4932380" cy="3033485"/>
          </a:xfrm>
          <a:custGeom>
            <a:avLst/>
            <a:gdLst>
              <a:gd name="connsiteX0" fmla="*/ 4729286 w 4729286"/>
              <a:gd name="connsiteY0" fmla="*/ 2511328 h 2908579"/>
              <a:gd name="connsiteX1" fmla="*/ 4729286 w 4729286"/>
              <a:gd name="connsiteY1" fmla="*/ 0 h 2908579"/>
              <a:gd name="connsiteX2" fmla="*/ 0 w 4729286"/>
              <a:gd name="connsiteY2" fmla="*/ 0 h 2908579"/>
              <a:gd name="connsiteX3" fmla="*/ 23474 w 4729286"/>
              <a:gd name="connsiteY3" fmla="*/ 320326 h 2908579"/>
              <a:gd name="connsiteX4" fmla="*/ 89108 w 4729286"/>
              <a:gd name="connsiteY4" fmla="*/ 1533832 h 2908579"/>
              <a:gd name="connsiteX5" fmla="*/ 850657 w 4729286"/>
              <a:gd name="connsiteY5" fmla="*/ 2872280 h 2908579"/>
              <a:gd name="connsiteX6" fmla="*/ 2933019 w 4729286"/>
              <a:gd name="connsiteY6" fmla="*/ 1975998 h 2908579"/>
              <a:gd name="connsiteX7" fmla="*/ 4691188 w 4729286"/>
              <a:gd name="connsiteY7" fmla="*/ 2330222 h 290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9286" h="2908579">
                <a:moveTo>
                  <a:pt x="4729286" y="2511328"/>
                </a:moveTo>
                <a:lnTo>
                  <a:pt x="4729286" y="0"/>
                </a:lnTo>
                <a:lnTo>
                  <a:pt x="0" y="0"/>
                </a:lnTo>
                <a:lnTo>
                  <a:pt x="23474" y="320326"/>
                </a:lnTo>
                <a:cubicBezTo>
                  <a:pt x="49016" y="742786"/>
                  <a:pt x="62266" y="1171820"/>
                  <a:pt x="89108" y="1533832"/>
                </a:cubicBezTo>
                <a:cubicBezTo>
                  <a:pt x="172402" y="2657172"/>
                  <a:pt x="850657" y="2872280"/>
                  <a:pt x="850657" y="2872280"/>
                </a:cubicBezTo>
                <a:cubicBezTo>
                  <a:pt x="1350424" y="3039586"/>
                  <a:pt x="1612206" y="2609372"/>
                  <a:pt x="2933019" y="1975998"/>
                </a:cubicBezTo>
                <a:cubicBezTo>
                  <a:pt x="4372080" y="1281380"/>
                  <a:pt x="4503854" y="1458536"/>
                  <a:pt x="4691188" y="23302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10" name="Title Placeholder 1">
            <a:extLst>
              <a:ext uri="{FF2B5EF4-FFF2-40B4-BE49-F238E27FC236}">
                <a16:creationId xmlns:a16="http://schemas.microsoft.com/office/drawing/2014/main" xmlns="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7745412" cy="863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218" name="Retângulo 43">
            <a:extLst>
              <a:ext uri="{FF2B5EF4-FFF2-40B4-BE49-F238E27FC236}">
                <a16:creationId xmlns:a16="http://schemas.microsoft.com/office/drawing/2014/main" xmlns="" id="{25FC8637-25BD-4C09-AF25-56B4243DAB3D}"/>
              </a:ext>
            </a:extLst>
          </p:cNvPr>
          <p:cNvSpPr/>
          <p:nvPr userDrawn="1"/>
        </p:nvSpPr>
        <p:spPr>
          <a:xfrm>
            <a:off x="11665391" y="6555758"/>
            <a:ext cx="360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lnSpc>
                <a:spcPct val="100000"/>
              </a:lnSpc>
            </a:pPr>
            <a:fld id="{0502E5A9-B53C-401E-A0E0-4A359BB0A9E5}" type="slidenum">
              <a:rPr lang="en-US" sz="800" kern="120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marL="0" algn="l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800" kern="1200" dirty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Freeform 111"/>
          <p:cNvSpPr>
            <a:spLocks/>
          </p:cNvSpPr>
          <p:nvPr userDrawn="1"/>
        </p:nvSpPr>
        <p:spPr bwMode="auto">
          <a:xfrm rot="5400000" flipH="1">
            <a:off x="9297343" y="3959335"/>
            <a:ext cx="2794502" cy="2994812"/>
          </a:xfrm>
          <a:custGeom>
            <a:avLst/>
            <a:gdLst>
              <a:gd name="connsiteX0" fmla="*/ 2651660 w 2679436"/>
              <a:gd name="connsiteY0" fmla="*/ 2860544 h 2871498"/>
              <a:gd name="connsiteX1" fmla="*/ 2629746 w 2679436"/>
              <a:gd name="connsiteY1" fmla="*/ 2850006 h 2871498"/>
              <a:gd name="connsiteX2" fmla="*/ 2262635 w 2679436"/>
              <a:gd name="connsiteY2" fmla="*/ 1629402 h 2871498"/>
              <a:gd name="connsiteX3" fmla="*/ 2202516 w 2679436"/>
              <a:gd name="connsiteY3" fmla="*/ 105087 h 2871498"/>
              <a:gd name="connsiteX4" fmla="*/ 2179939 w 2679436"/>
              <a:gd name="connsiteY4" fmla="*/ 0 h 2871498"/>
              <a:gd name="connsiteX5" fmla="*/ 28384 w 2679436"/>
              <a:gd name="connsiteY5" fmla="*/ 0 h 2871498"/>
              <a:gd name="connsiteX6" fmla="*/ 48165 w 2679436"/>
              <a:gd name="connsiteY6" fmla="*/ 78482 h 2871498"/>
              <a:gd name="connsiteX7" fmla="*/ 0 w 2679436"/>
              <a:gd name="connsiteY7" fmla="*/ 542568 h 2871498"/>
              <a:gd name="connsiteX8" fmla="*/ 2405538 w 2679436"/>
              <a:gd name="connsiteY8" fmla="*/ 2740122 h 2871498"/>
              <a:gd name="connsiteX9" fmla="*/ 2546953 w 2679436"/>
              <a:gd name="connsiteY9" fmla="*/ 2819246 h 2871498"/>
              <a:gd name="connsiteX10" fmla="*/ 2679436 w 2679436"/>
              <a:gd name="connsiteY10" fmla="*/ 2871498 h 2871498"/>
              <a:gd name="connsiteX11" fmla="*/ 2651660 w 2679436"/>
              <a:gd name="connsiteY11" fmla="*/ 2860544 h 2871498"/>
              <a:gd name="connsiteX12" fmla="*/ 2656154 w 2679436"/>
              <a:gd name="connsiteY12" fmla="*/ 2862704 h 2871498"/>
              <a:gd name="connsiteX13" fmla="*/ 2679436 w 2679436"/>
              <a:gd name="connsiteY13" fmla="*/ 2871498 h 287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79436" h="2871498">
                <a:moveTo>
                  <a:pt x="2651660" y="2860544"/>
                </a:moveTo>
                <a:lnTo>
                  <a:pt x="2629746" y="2850006"/>
                </a:lnTo>
                <a:cubicBezTo>
                  <a:pt x="2497876" y="2780524"/>
                  <a:pt x="2156202" y="2512456"/>
                  <a:pt x="2262635" y="1629402"/>
                </a:cubicBezTo>
                <a:cubicBezTo>
                  <a:pt x="2321248" y="1100355"/>
                  <a:pt x="2291549" y="574259"/>
                  <a:pt x="2202516" y="105087"/>
                </a:cubicBezTo>
                <a:lnTo>
                  <a:pt x="2179939" y="0"/>
                </a:lnTo>
                <a:lnTo>
                  <a:pt x="28384" y="0"/>
                </a:lnTo>
                <a:lnTo>
                  <a:pt x="48165" y="78482"/>
                </a:lnTo>
                <a:cubicBezTo>
                  <a:pt x="71750" y="215438"/>
                  <a:pt x="63585" y="367793"/>
                  <a:pt x="0" y="542568"/>
                </a:cubicBezTo>
                <a:cubicBezTo>
                  <a:pt x="702608" y="1486084"/>
                  <a:pt x="1964920" y="2477372"/>
                  <a:pt x="2405538" y="2740122"/>
                </a:cubicBezTo>
                <a:cubicBezTo>
                  <a:pt x="2453173" y="2769980"/>
                  <a:pt x="2500807" y="2796852"/>
                  <a:pt x="2546953" y="2819246"/>
                </a:cubicBezTo>
                <a:close/>
                <a:moveTo>
                  <a:pt x="2679436" y="2871498"/>
                </a:moveTo>
                <a:lnTo>
                  <a:pt x="2651660" y="2860544"/>
                </a:lnTo>
                <a:lnTo>
                  <a:pt x="2656154" y="2862704"/>
                </a:lnTo>
                <a:cubicBezTo>
                  <a:pt x="2670877" y="2869072"/>
                  <a:pt x="2679436" y="2871498"/>
                  <a:pt x="2679436" y="28714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cxnSp>
        <p:nvCxnSpPr>
          <p:cNvPr id="66" name="Conector reto 49">
            <a:extLst>
              <a:ext uri="{FF2B5EF4-FFF2-40B4-BE49-F238E27FC236}">
                <a16:creationId xmlns:a16="http://schemas.microsoft.com/office/drawing/2014/main" xmlns="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2401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27">
            <a:hlinkClick r:id="rId2"/>
            <a:extLst>
              <a:ext uri="{FF2B5EF4-FFF2-40B4-BE49-F238E27FC236}">
                <a16:creationId xmlns:a16="http://schemas.microsoft.com/office/drawing/2014/main" xmlns="" id="{F376ABD1-4930-42EB-9A73-9A9C7C6BF2D3}"/>
              </a:ext>
            </a:extLst>
          </p:cNvPr>
          <p:cNvSpPr/>
          <p:nvPr userDrawn="1"/>
        </p:nvSpPr>
        <p:spPr>
          <a:xfrm>
            <a:off x="407988" y="6601925"/>
            <a:ext cx="3173412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68" name="Retângulo 43">
            <a:extLst>
              <a:ext uri="{FF2B5EF4-FFF2-40B4-BE49-F238E27FC236}">
                <a16:creationId xmlns:a16="http://schemas.microsoft.com/office/drawing/2014/main" xmlns="" id="{834ADCB4-BFB1-450D-8F6D-64217F4CD92C}"/>
              </a:ext>
            </a:extLst>
          </p:cNvPr>
          <p:cNvSpPr/>
          <p:nvPr userDrawn="1"/>
        </p:nvSpPr>
        <p:spPr>
          <a:xfrm>
            <a:off x="3717611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  <p:pic>
        <p:nvPicPr>
          <p:cNvPr id="11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auto">
          <a:xfrm>
            <a:off x="-29496" y="-9832"/>
            <a:ext cx="5972201" cy="6961238"/>
          </a:xfrm>
          <a:custGeom>
            <a:avLst/>
            <a:gdLst>
              <a:gd name="connsiteX0" fmla="*/ 0 w 5972201"/>
              <a:gd name="connsiteY0" fmla="*/ 0 h 6961238"/>
              <a:gd name="connsiteX1" fmla="*/ 1952859 w 5972201"/>
              <a:gd name="connsiteY1" fmla="*/ 0 h 6961238"/>
              <a:gd name="connsiteX2" fmla="*/ 2046433 w 5972201"/>
              <a:gd name="connsiteY2" fmla="*/ 240178 h 6961238"/>
              <a:gd name="connsiteX3" fmla="*/ 5411009 w 5972201"/>
              <a:gd name="connsiteY3" fmla="*/ 2448041 h 6961238"/>
              <a:gd name="connsiteX4" fmla="*/ 3963359 w 5972201"/>
              <a:gd name="connsiteY4" fmla="*/ 6788906 h 6961238"/>
              <a:gd name="connsiteX5" fmla="*/ 3715301 w 5972201"/>
              <a:gd name="connsiteY5" fmla="*/ 6961238 h 6961238"/>
              <a:gd name="connsiteX6" fmla="*/ 0 w 5972201"/>
              <a:gd name="connsiteY6" fmla="*/ 6961238 h 696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2201" h="6961238">
                <a:moveTo>
                  <a:pt x="0" y="0"/>
                </a:moveTo>
                <a:lnTo>
                  <a:pt x="1952859" y="0"/>
                </a:lnTo>
                <a:lnTo>
                  <a:pt x="2046433" y="240178"/>
                </a:lnTo>
                <a:cubicBezTo>
                  <a:pt x="3236198" y="3054565"/>
                  <a:pt x="5867808" y="3741794"/>
                  <a:pt x="5411009" y="2448041"/>
                </a:cubicBezTo>
                <a:cubicBezTo>
                  <a:pt x="6149296" y="2727433"/>
                  <a:pt x="6569196" y="4874545"/>
                  <a:pt x="3963359" y="6788906"/>
                </a:cubicBezTo>
                <a:lnTo>
                  <a:pt x="3715301" y="6961238"/>
                </a:lnTo>
                <a:lnTo>
                  <a:pt x="0" y="6961238"/>
                </a:lnTo>
                <a:close/>
              </a:path>
            </a:pathLst>
          </a:custGeom>
          <a:solidFill>
            <a:srgbClr val="300B48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4979035" y="2404110"/>
            <a:ext cx="735013" cy="682321"/>
            <a:chOff x="5662614" y="3032124"/>
            <a:chExt cx="863600" cy="801689"/>
          </a:xfrm>
        </p:grpSpPr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5959476" y="3368675"/>
              <a:ext cx="566738" cy="465138"/>
            </a:xfrm>
            <a:custGeom>
              <a:avLst/>
              <a:gdLst>
                <a:gd name="T0" fmla="*/ 99 w 149"/>
                <a:gd name="T1" fmla="*/ 85 h 122"/>
                <a:gd name="T2" fmla="*/ 149 w 149"/>
                <a:gd name="T3" fmla="*/ 34 h 122"/>
                <a:gd name="T4" fmla="*/ 112 w 149"/>
                <a:gd name="T5" fmla="*/ 0 h 122"/>
                <a:gd name="T6" fmla="*/ 39 w 149"/>
                <a:gd name="T7" fmla="*/ 78 h 122"/>
                <a:gd name="T8" fmla="*/ 0 w 149"/>
                <a:gd name="T9" fmla="*/ 114 h 122"/>
                <a:gd name="T10" fmla="*/ 29 w 149"/>
                <a:gd name="T11" fmla="*/ 122 h 122"/>
                <a:gd name="T12" fmla="*/ 99 w 149"/>
                <a:gd name="T13" fmla="*/ 99 h 122"/>
                <a:gd name="T14" fmla="*/ 64 w 149"/>
                <a:gd name="T15" fmla="*/ 68 h 122"/>
                <a:gd name="T16" fmla="*/ 99 w 149"/>
                <a:gd name="T17" fmla="*/ 8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122">
                  <a:moveTo>
                    <a:pt x="99" y="85"/>
                  </a:moveTo>
                  <a:cubicBezTo>
                    <a:pt x="127" y="85"/>
                    <a:pt x="149" y="62"/>
                    <a:pt x="149" y="34"/>
                  </a:cubicBezTo>
                  <a:cubicBezTo>
                    <a:pt x="147" y="22"/>
                    <a:pt x="143" y="0"/>
                    <a:pt x="112" y="0"/>
                  </a:cubicBezTo>
                  <a:cubicBezTo>
                    <a:pt x="78" y="0"/>
                    <a:pt x="67" y="48"/>
                    <a:pt x="39" y="78"/>
                  </a:cubicBezTo>
                  <a:cubicBezTo>
                    <a:pt x="37" y="96"/>
                    <a:pt x="20" y="111"/>
                    <a:pt x="0" y="114"/>
                  </a:cubicBezTo>
                  <a:cubicBezTo>
                    <a:pt x="5" y="119"/>
                    <a:pt x="16" y="122"/>
                    <a:pt x="29" y="122"/>
                  </a:cubicBezTo>
                  <a:cubicBezTo>
                    <a:pt x="54" y="122"/>
                    <a:pt x="84" y="115"/>
                    <a:pt x="99" y="99"/>
                  </a:cubicBezTo>
                  <a:cubicBezTo>
                    <a:pt x="78" y="100"/>
                    <a:pt x="65" y="86"/>
                    <a:pt x="64" y="68"/>
                  </a:cubicBezTo>
                  <a:cubicBezTo>
                    <a:pt x="74" y="80"/>
                    <a:pt x="85" y="85"/>
                    <a:pt x="99" y="85"/>
                  </a:cubicBezTo>
                </a:path>
              </a:pathLst>
            </a:custGeom>
            <a:solidFill>
              <a:srgbClr val="00B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5662614" y="3032124"/>
              <a:ext cx="863600" cy="736599"/>
            </a:xfrm>
            <a:custGeom>
              <a:avLst/>
              <a:gdLst>
                <a:gd name="T0" fmla="*/ 227 w 227"/>
                <a:gd name="T1" fmla="*/ 120 h 193"/>
                <a:gd name="T2" fmla="*/ 188 w 227"/>
                <a:gd name="T3" fmla="*/ 40 h 193"/>
                <a:gd name="T4" fmla="*/ 127 w 227"/>
                <a:gd name="T5" fmla="*/ 3 h 193"/>
                <a:gd name="T6" fmla="*/ 122 w 227"/>
                <a:gd name="T7" fmla="*/ 0 h 193"/>
                <a:gd name="T8" fmla="*/ 122 w 227"/>
                <a:gd name="T9" fmla="*/ 0 h 193"/>
                <a:gd name="T10" fmla="*/ 0 w 227"/>
                <a:gd name="T11" fmla="*/ 125 h 193"/>
                <a:gd name="T12" fmla="*/ 42 w 227"/>
                <a:gd name="T13" fmla="*/ 187 h 193"/>
                <a:gd name="T14" fmla="*/ 85 w 227"/>
                <a:gd name="T15" fmla="*/ 188 h 193"/>
                <a:gd name="T16" fmla="*/ 117 w 227"/>
                <a:gd name="T17" fmla="*/ 166 h 193"/>
                <a:gd name="T18" fmla="*/ 190 w 227"/>
                <a:gd name="T19" fmla="*/ 88 h 193"/>
                <a:gd name="T20" fmla="*/ 227 w 227"/>
                <a:gd name="T21" fmla="*/ 122 h 193"/>
                <a:gd name="T22" fmla="*/ 227 w 227"/>
                <a:gd name="T23" fmla="*/ 12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7" h="193">
                  <a:moveTo>
                    <a:pt x="227" y="120"/>
                  </a:moveTo>
                  <a:cubicBezTo>
                    <a:pt x="226" y="89"/>
                    <a:pt x="211" y="62"/>
                    <a:pt x="188" y="40"/>
                  </a:cubicBezTo>
                  <a:cubicBezTo>
                    <a:pt x="170" y="24"/>
                    <a:pt x="149" y="12"/>
                    <a:pt x="127" y="3"/>
                  </a:cubicBezTo>
                  <a:cubicBezTo>
                    <a:pt x="125" y="2"/>
                    <a:pt x="123" y="1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94" y="33"/>
                    <a:pt x="0" y="57"/>
                    <a:pt x="0" y="125"/>
                  </a:cubicBezTo>
                  <a:cubicBezTo>
                    <a:pt x="0" y="152"/>
                    <a:pt x="17" y="177"/>
                    <a:pt x="42" y="187"/>
                  </a:cubicBezTo>
                  <a:cubicBezTo>
                    <a:pt x="56" y="193"/>
                    <a:pt x="71" y="193"/>
                    <a:pt x="85" y="188"/>
                  </a:cubicBezTo>
                  <a:cubicBezTo>
                    <a:pt x="98" y="184"/>
                    <a:pt x="108" y="176"/>
                    <a:pt x="117" y="166"/>
                  </a:cubicBezTo>
                  <a:cubicBezTo>
                    <a:pt x="145" y="136"/>
                    <a:pt x="156" y="88"/>
                    <a:pt x="190" y="88"/>
                  </a:cubicBezTo>
                  <a:cubicBezTo>
                    <a:pt x="221" y="88"/>
                    <a:pt x="225" y="110"/>
                    <a:pt x="227" y="122"/>
                  </a:cubicBezTo>
                  <a:cubicBezTo>
                    <a:pt x="227" y="122"/>
                    <a:pt x="227" y="121"/>
                    <a:pt x="227" y="120"/>
                  </a:cubicBezTo>
                </a:path>
              </a:pathLst>
            </a:custGeom>
            <a:solidFill>
              <a:srgbClr val="007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Rectangle 34"/>
          <p:cNvSpPr/>
          <p:nvPr userDrawn="1"/>
        </p:nvSpPr>
        <p:spPr>
          <a:xfrm>
            <a:off x="415038" y="5840968"/>
            <a:ext cx="4198620" cy="36933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0" dirty="0">
                <a:solidFill>
                  <a:schemeClr val="bg1"/>
                </a:solidFill>
                <a:latin typeface="+mn-lt"/>
                <a:cs typeface="Arial"/>
              </a:rPr>
              <a:t>This message contains information that may be privileged or confidential and is the property of the Capgemini Group.</a:t>
            </a:r>
            <a:br>
              <a:rPr lang="en-US" sz="800" noProof="0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en-US" sz="800" noProof="0" dirty="0">
                <a:solidFill>
                  <a:schemeClr val="bg1"/>
                </a:solidFill>
                <a:latin typeface="Arial"/>
                <a:cs typeface="Arial"/>
              </a:rPr>
              <a:t>Copyright © 2018 Capgemini. All rights reserved.</a:t>
            </a:r>
          </a:p>
        </p:txBody>
      </p:sp>
      <p:pic>
        <p:nvPicPr>
          <p:cNvPr id="36" name="Picture 2" descr="D:\My Work\Template\Icons\Social Media\LinkedIN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8415" y="4772205"/>
            <a:ext cx="333195" cy="333195"/>
          </a:xfrm>
          <a:prstGeom prst="rect">
            <a:avLst/>
          </a:prstGeom>
          <a:noFill/>
        </p:spPr>
      </p:pic>
      <p:pic>
        <p:nvPicPr>
          <p:cNvPr id="37" name="Picture 4" descr="D:\My Work\Template\Icons\Social Media\SlideShare.png">
            <a:hlinkClick r:id="rId4"/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1792" y="4772205"/>
            <a:ext cx="333195" cy="333195"/>
          </a:xfrm>
          <a:prstGeom prst="rect">
            <a:avLst/>
          </a:prstGeom>
          <a:noFill/>
        </p:spPr>
      </p:pic>
      <p:pic>
        <p:nvPicPr>
          <p:cNvPr id="38" name="Picture 5" descr="D:\My Work\Template\Icons\Social Media\Twitter.png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65169" y="4772205"/>
            <a:ext cx="333195" cy="333195"/>
          </a:xfrm>
          <a:prstGeom prst="rect">
            <a:avLst/>
          </a:prstGeom>
          <a:noFill/>
        </p:spPr>
      </p:pic>
      <p:pic>
        <p:nvPicPr>
          <p:cNvPr id="39" name="Picture 6" descr="D:\My Work\Template\Icons\Social Media\YouTube.png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48545" y="4772205"/>
            <a:ext cx="333195" cy="333195"/>
          </a:xfrm>
          <a:prstGeom prst="rect">
            <a:avLst/>
          </a:prstGeom>
          <a:noFill/>
        </p:spPr>
      </p:pic>
      <p:pic>
        <p:nvPicPr>
          <p:cNvPr id="40" name="Picture 7" descr="D:\My Work\Template\Icons\Social Media\Facebook.pn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5038" y="4772205"/>
            <a:ext cx="333195" cy="333195"/>
          </a:xfrm>
          <a:prstGeom prst="rect">
            <a:avLst/>
          </a:prstGeom>
          <a:noFill/>
        </p:spPr>
      </p:pic>
      <p:sp>
        <p:nvSpPr>
          <p:cNvPr id="41" name="Rectangle 40"/>
          <p:cNvSpPr/>
          <p:nvPr userDrawn="1"/>
        </p:nvSpPr>
        <p:spPr>
          <a:xfrm>
            <a:off x="6536183" y="2886346"/>
            <a:ext cx="5247829" cy="77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global leader in consulting, technology services and digital transformation,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at the forefront of innovation to address the entire breadth of clients’ opportunities in the evolving world of cloud, digital and platforms. Building on its strong 50-year heritage and deep industry-specific expertise,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enables organizations to realize their business ambitions through an array of services from strategy to operations.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driven by the conviction that the business value of technology comes from and through people. It is a multicultural company of 200,000 team members in over 40 countries. The Group reported 2017 global revenues of EUR 12.8 billion.</a:t>
            </a:r>
          </a:p>
          <a:p>
            <a:pPr algn="just">
              <a:lnSpc>
                <a:spcPts val="12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6536184" y="2507082"/>
            <a:ext cx="2219960" cy="229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accent1"/>
                </a:solidFill>
              </a:rPr>
              <a:t>About Capgemini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536184" y="4235826"/>
            <a:ext cx="2057400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</a:rPr>
              <a:t>Learn more about us at</a:t>
            </a:r>
          </a:p>
          <a:p>
            <a:pPr algn="just">
              <a:lnSpc>
                <a:spcPts val="1200"/>
              </a:lnSpc>
            </a:pPr>
            <a:r>
              <a:rPr lang="en-US" sz="1400" dirty="0">
                <a:solidFill>
                  <a:schemeClr val="accent2"/>
                </a:solidFill>
              </a:rPr>
              <a:t>www.capgemini.com</a:t>
            </a:r>
          </a:p>
        </p:txBody>
      </p:sp>
      <p:sp>
        <p:nvSpPr>
          <p:cNvPr id="46" name="Rectangle 45">
            <a:hlinkClick r:id="rId12"/>
          </p:cNvPr>
          <p:cNvSpPr/>
          <p:nvPr userDrawn="1"/>
        </p:nvSpPr>
        <p:spPr>
          <a:xfrm>
            <a:off x="6532245" y="4445639"/>
            <a:ext cx="1851660" cy="183449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79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rgbClr val="E6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98224" cy="6858000"/>
          </a:xfrm>
          <a:prstGeom prst="rect">
            <a:avLst/>
          </a:prstGeom>
        </p:spPr>
      </p:pic>
      <p:pic>
        <p:nvPicPr>
          <p:cNvPr id="5" name="Graphic 9">
            <a:extLst>
              <a:ext uri="{FF2B5EF4-FFF2-40B4-BE49-F238E27FC236}">
                <a16:creationId xmlns:a16="http://schemas.microsoft.com/office/drawing/2014/main" xmlns="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07988" y="404813"/>
            <a:ext cx="2286000" cy="51001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4252348C-45B4-48E3-B74B-8E834575C8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4032" y="4157668"/>
            <a:ext cx="5399981" cy="1079500"/>
          </a:xfrm>
        </p:spPr>
        <p:txBody>
          <a:bodyPr anchor="b">
            <a:normAutofit/>
          </a:bodyPr>
          <a:lstStyle>
            <a:lvl1pPr algn="r">
              <a:lnSpc>
                <a:spcPts val="3000"/>
              </a:lnSpc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97620309-84FF-4D53-AD39-936B55216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2672" y="5381481"/>
            <a:ext cx="5401341" cy="1079500"/>
          </a:xfrm>
        </p:spPr>
        <p:txBody>
          <a:bodyPr anchor="t">
            <a:normAutofit/>
          </a:bodyPr>
          <a:lstStyle>
            <a:lvl1pPr marL="0" algn="r">
              <a:lnSpc>
                <a:spcPts val="2200"/>
              </a:lnSpc>
              <a:defRPr sz="180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  <p:sp>
        <p:nvSpPr>
          <p:cNvPr id="16" name="Freeform 15"/>
          <p:cNvSpPr>
            <a:spLocks/>
          </p:cNvSpPr>
          <p:nvPr userDrawn="1"/>
        </p:nvSpPr>
        <p:spPr bwMode="auto">
          <a:xfrm rot="5400000">
            <a:off x="6262874" y="163873"/>
            <a:ext cx="6150148" cy="5784302"/>
          </a:xfrm>
          <a:custGeom>
            <a:avLst/>
            <a:gdLst>
              <a:gd name="connsiteX0" fmla="*/ 0 w 6150148"/>
              <a:gd name="connsiteY0" fmla="*/ 5512681 h 5784302"/>
              <a:gd name="connsiteX1" fmla="*/ 0 w 6150148"/>
              <a:gd name="connsiteY1" fmla="*/ 0 h 5784302"/>
              <a:gd name="connsiteX2" fmla="*/ 6150148 w 6150148"/>
              <a:gd name="connsiteY2" fmla="*/ 0 h 5784302"/>
              <a:gd name="connsiteX3" fmla="*/ 6143067 w 6150148"/>
              <a:gd name="connsiteY3" fmla="*/ 119745 h 5784302"/>
              <a:gd name="connsiteX4" fmla="*/ 5963740 w 6150148"/>
              <a:gd name="connsiteY4" fmla="*/ 1271808 h 5784302"/>
              <a:gd name="connsiteX5" fmla="*/ 846652 w 6150148"/>
              <a:gd name="connsiteY5" fmla="*/ 5758083 h 5784302"/>
              <a:gd name="connsiteX6" fmla="*/ 163832 w 6150148"/>
              <a:gd name="connsiteY6" fmla="*/ 5570638 h 578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50148" h="5784302">
                <a:moveTo>
                  <a:pt x="0" y="5512681"/>
                </a:moveTo>
                <a:lnTo>
                  <a:pt x="0" y="0"/>
                </a:lnTo>
                <a:lnTo>
                  <a:pt x="6150148" y="0"/>
                </a:lnTo>
                <a:lnTo>
                  <a:pt x="6143067" y="119745"/>
                </a:lnTo>
                <a:cubicBezTo>
                  <a:pt x="6117284" y="462815"/>
                  <a:pt x="6060982" y="845827"/>
                  <a:pt x="5963740" y="1271808"/>
                </a:cubicBezTo>
                <a:cubicBezTo>
                  <a:pt x="3024872" y="1547886"/>
                  <a:pt x="3422483" y="6172200"/>
                  <a:pt x="846652" y="5758083"/>
                </a:cubicBezTo>
                <a:cubicBezTo>
                  <a:pt x="632720" y="5719259"/>
                  <a:pt x="387184" y="5646465"/>
                  <a:pt x="163832" y="55706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4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2EB016D-CF9A-4584-982E-40465F70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1016604" cy="86360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ts val="3000"/>
              </a:lnSpc>
            </a:pPr>
            <a:r>
              <a:rPr lang="en-US" dirty="0"/>
              <a:t>Click to edit Master title style</a:t>
            </a:r>
            <a:endParaRPr lang="pt-PT" dirty="0"/>
          </a:p>
        </p:txBody>
      </p:sp>
      <p:pic>
        <p:nvPicPr>
          <p:cNvPr id="9" name="Graphic 4">
            <a:extLst>
              <a:ext uri="{FF2B5EF4-FFF2-40B4-BE49-F238E27FC236}">
                <a16:creationId xmlns:a16="http://schemas.microsoft.com/office/drawing/2014/main" xmlns="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AF310831-D03E-404B-934F-73B268225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067" y="1412875"/>
            <a:ext cx="11370945" cy="50403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1257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2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3838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563" indent="-2333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7423">
          <p15:clr>
            <a:srgbClr val="F26B43"/>
          </p15:clr>
        </p15:guide>
        <p15:guide id="3" pos="257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890">
          <p15:clr>
            <a:srgbClr val="F26B43"/>
          </p15:clr>
        </p15:guide>
        <p15:guide id="7" pos="3840">
          <p15:clr>
            <a:srgbClr val="F26B43"/>
          </p15:clr>
        </p15:guide>
        <p15:guide id="8" pos="3749">
          <p15:clr>
            <a:srgbClr val="F26B43"/>
          </p15:clr>
        </p15:guide>
        <p15:guide id="9" pos="39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8"/>
          <p:cNvSpPr txBox="1">
            <a:spLocks/>
          </p:cNvSpPr>
          <p:nvPr/>
        </p:nvSpPr>
        <p:spPr>
          <a:xfrm>
            <a:off x="407988" y="404813"/>
            <a:ext cx="11136312" cy="6093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20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Automation using</a:t>
            </a:r>
            <a:r>
              <a:rPr kumimoji="0" lang="en-US" sz="2200" b="1" i="0" u="none" strike="noStrike" kern="1200" cap="none" spc="0" normalizeH="0" noProof="0" dirty="0" smtClean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Linux/Shell Script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B0A3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1" name="Text Placeholder 3"/>
          <p:cNvSpPr txBox="1">
            <a:spLocks/>
          </p:cNvSpPr>
          <p:nvPr/>
        </p:nvSpPr>
        <p:spPr>
          <a:xfrm>
            <a:off x="160020" y="2807208"/>
            <a:ext cx="1668780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b="1" dirty="0" smtClean="0">
                <a:solidFill>
                  <a:prstClr val="white"/>
                </a:solidFill>
                <a:latin typeface="Verdana"/>
              </a:rPr>
              <a:t>Discover Financial Services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2" name="Snip Single Corner Rectangle 151"/>
          <p:cNvSpPr/>
          <p:nvPr/>
        </p:nvSpPr>
        <p:spPr>
          <a:xfrm>
            <a:off x="2318786" y="1721354"/>
            <a:ext cx="3200400" cy="4027606"/>
          </a:xfrm>
          <a:prstGeom prst="snip1Rect">
            <a:avLst>
              <a:gd name="adj" fmla="val 13405"/>
            </a:avLst>
          </a:prstGeom>
          <a:noFill/>
          <a:ln>
            <a:solidFill>
              <a:schemeClr val="accent3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53" name="Group 152"/>
          <p:cNvGrpSpPr/>
          <p:nvPr/>
        </p:nvGrpSpPr>
        <p:grpSpPr>
          <a:xfrm>
            <a:off x="1899203" y="1238585"/>
            <a:ext cx="656910" cy="620673"/>
            <a:chOff x="2410140" y="1175658"/>
            <a:chExt cx="822696" cy="777313"/>
          </a:xfrm>
        </p:grpSpPr>
        <p:sp>
          <p:nvSpPr>
            <p:cNvPr id="154" name="Oval 20">
              <a:extLst>
                <a:ext uri="{FF2B5EF4-FFF2-40B4-BE49-F238E27FC236}">
                  <a16:creationId xmlns:a16="http://schemas.microsoft.com/office/drawing/2014/main" xmlns="" id="{41ACABC2-6590-4E4B-9507-376785C34C7E}"/>
                </a:ext>
              </a:extLst>
            </p:cNvPr>
            <p:cNvSpPr/>
            <p:nvPr/>
          </p:nvSpPr>
          <p:spPr>
            <a:xfrm>
              <a:off x="241014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3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2976340" y="1582093"/>
              <a:ext cx="81095" cy="31296"/>
            </a:xfrm>
            <a:custGeom>
              <a:avLst/>
              <a:gdLst>
                <a:gd name="T0" fmla="*/ 130 w 150"/>
                <a:gd name="T1" fmla="*/ 7 h 58"/>
                <a:gd name="T2" fmla="*/ 0 w 150"/>
                <a:gd name="T3" fmla="*/ 0 h 58"/>
                <a:gd name="T4" fmla="*/ 0 w 150"/>
                <a:gd name="T5" fmla="*/ 5 h 58"/>
                <a:gd name="T6" fmla="*/ 0 w 150"/>
                <a:gd name="T7" fmla="*/ 58 h 58"/>
                <a:gd name="T8" fmla="*/ 130 w 150"/>
                <a:gd name="T9" fmla="*/ 40 h 58"/>
                <a:gd name="T10" fmla="*/ 150 w 150"/>
                <a:gd name="T11" fmla="*/ 23 h 58"/>
                <a:gd name="T12" fmla="*/ 130 w 150"/>
                <a:gd name="T13" fmla="*/ 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58">
                  <a:moveTo>
                    <a:pt x="130" y="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41" y="38"/>
                    <a:pt x="150" y="31"/>
                    <a:pt x="150" y="23"/>
                  </a:cubicBezTo>
                  <a:cubicBezTo>
                    <a:pt x="150" y="14"/>
                    <a:pt x="141" y="7"/>
                    <a:pt x="130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2574291" y="1611333"/>
              <a:ext cx="18275" cy="187775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7" name="Freeform 156"/>
            <p:cNvSpPr>
              <a:spLocks/>
            </p:cNvSpPr>
            <p:nvPr/>
          </p:nvSpPr>
          <p:spPr bwMode="auto">
            <a:xfrm>
              <a:off x="2873543" y="1523157"/>
              <a:ext cx="57338" cy="44774"/>
            </a:xfrm>
            <a:custGeom>
              <a:avLst/>
              <a:gdLst>
                <a:gd name="T0" fmla="*/ 5 w 106"/>
                <a:gd name="T1" fmla="*/ 65 h 83"/>
                <a:gd name="T2" fmla="*/ 0 w 106"/>
                <a:gd name="T3" fmla="*/ 69 h 83"/>
                <a:gd name="T4" fmla="*/ 106 w 106"/>
                <a:gd name="T5" fmla="*/ 83 h 83"/>
                <a:gd name="T6" fmla="*/ 46 w 106"/>
                <a:gd name="T7" fmla="*/ 0 h 83"/>
                <a:gd name="T8" fmla="*/ 5 w 106"/>
                <a:gd name="T9" fmla="*/ 6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83">
                  <a:moveTo>
                    <a:pt x="5" y="65"/>
                  </a:moveTo>
                  <a:cubicBezTo>
                    <a:pt x="3" y="66"/>
                    <a:pt x="1" y="67"/>
                    <a:pt x="0" y="69"/>
                  </a:cubicBezTo>
                  <a:cubicBezTo>
                    <a:pt x="106" y="83"/>
                    <a:pt x="106" y="83"/>
                    <a:pt x="106" y="83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2" y="20"/>
                    <a:pt x="23" y="49"/>
                    <a:pt x="5" y="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8" name="Oval 157"/>
            <p:cNvSpPr>
              <a:spLocks noChangeArrowheads="1"/>
            </p:cNvSpPr>
            <p:nvPr/>
          </p:nvSpPr>
          <p:spPr bwMode="auto">
            <a:xfrm>
              <a:off x="2768005" y="1231900"/>
              <a:ext cx="99598" cy="995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>
              <a:off x="2574291" y="1545772"/>
              <a:ext cx="377149" cy="150540"/>
            </a:xfrm>
            <a:custGeom>
              <a:avLst/>
              <a:gdLst>
                <a:gd name="T0" fmla="*/ 678 w 697"/>
                <a:gd name="T1" fmla="*/ 89 h 278"/>
                <a:gd name="T2" fmla="*/ 241 w 697"/>
                <a:gd name="T3" fmla="*/ 31 h 278"/>
                <a:gd name="T4" fmla="*/ 238 w 697"/>
                <a:gd name="T5" fmla="*/ 31 h 278"/>
                <a:gd name="T6" fmla="*/ 149 w 697"/>
                <a:gd name="T7" fmla="*/ 148 h 278"/>
                <a:gd name="T8" fmla="*/ 95 w 697"/>
                <a:gd name="T9" fmla="*/ 177 h 278"/>
                <a:gd name="T10" fmla="*/ 66 w 697"/>
                <a:gd name="T11" fmla="*/ 169 h 278"/>
                <a:gd name="T12" fmla="*/ 46 w 697"/>
                <a:gd name="T13" fmla="*/ 85 h 278"/>
                <a:gd name="T14" fmla="*/ 83 w 697"/>
                <a:gd name="T15" fmla="*/ 10 h 278"/>
                <a:gd name="T16" fmla="*/ 20 w 697"/>
                <a:gd name="T17" fmla="*/ 2 h 278"/>
                <a:gd name="T18" fmla="*/ 0 w 697"/>
                <a:gd name="T19" fmla="*/ 19 h 278"/>
                <a:gd name="T20" fmla="*/ 0 w 697"/>
                <a:gd name="T21" fmla="*/ 154 h 278"/>
                <a:gd name="T22" fmla="*/ 20 w 697"/>
                <a:gd name="T23" fmla="*/ 176 h 278"/>
                <a:gd name="T24" fmla="*/ 678 w 697"/>
                <a:gd name="T25" fmla="*/ 276 h 278"/>
                <a:gd name="T26" fmla="*/ 697 w 697"/>
                <a:gd name="T27" fmla="*/ 260 h 278"/>
                <a:gd name="T28" fmla="*/ 697 w 697"/>
                <a:gd name="T29" fmla="*/ 112 h 278"/>
                <a:gd name="T30" fmla="*/ 678 w 697"/>
                <a:gd name="T31" fmla="*/ 89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7" h="278">
                  <a:moveTo>
                    <a:pt x="678" y="89"/>
                  </a:moveTo>
                  <a:cubicBezTo>
                    <a:pt x="241" y="31"/>
                    <a:pt x="241" y="31"/>
                    <a:pt x="241" y="31"/>
                  </a:cubicBezTo>
                  <a:cubicBezTo>
                    <a:pt x="240" y="31"/>
                    <a:pt x="239" y="31"/>
                    <a:pt x="238" y="31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36" y="166"/>
                    <a:pt x="116" y="177"/>
                    <a:pt x="95" y="177"/>
                  </a:cubicBezTo>
                  <a:cubicBezTo>
                    <a:pt x="85" y="177"/>
                    <a:pt x="74" y="174"/>
                    <a:pt x="66" y="169"/>
                  </a:cubicBezTo>
                  <a:cubicBezTo>
                    <a:pt x="39" y="152"/>
                    <a:pt x="30" y="116"/>
                    <a:pt x="46" y="85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5"/>
                    <a:pt x="9" y="175"/>
                    <a:pt x="20" y="176"/>
                  </a:cubicBezTo>
                  <a:cubicBezTo>
                    <a:pt x="678" y="276"/>
                    <a:pt x="678" y="276"/>
                    <a:pt x="678" y="276"/>
                  </a:cubicBezTo>
                  <a:cubicBezTo>
                    <a:pt x="689" y="278"/>
                    <a:pt x="697" y="270"/>
                    <a:pt x="697" y="260"/>
                  </a:cubicBezTo>
                  <a:cubicBezTo>
                    <a:pt x="697" y="112"/>
                    <a:pt x="697" y="112"/>
                    <a:pt x="697" y="112"/>
                  </a:cubicBezTo>
                  <a:cubicBezTo>
                    <a:pt x="697" y="101"/>
                    <a:pt x="689" y="91"/>
                    <a:pt x="678" y="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2618608" y="1345205"/>
              <a:ext cx="489083" cy="272525"/>
            </a:xfrm>
            <a:custGeom>
              <a:avLst/>
              <a:gdLst>
                <a:gd name="T0" fmla="*/ 895 w 904"/>
                <a:gd name="T1" fmla="*/ 199 h 504"/>
                <a:gd name="T2" fmla="*/ 803 w 904"/>
                <a:gd name="T3" fmla="*/ 121 h 504"/>
                <a:gd name="T4" fmla="*/ 776 w 904"/>
                <a:gd name="T5" fmla="*/ 123 h 504"/>
                <a:gd name="T6" fmla="*/ 744 w 904"/>
                <a:gd name="T7" fmla="*/ 160 h 504"/>
                <a:gd name="T8" fmla="*/ 717 w 904"/>
                <a:gd name="T9" fmla="*/ 162 h 504"/>
                <a:gd name="T10" fmla="*/ 657 w 904"/>
                <a:gd name="T11" fmla="*/ 107 h 504"/>
                <a:gd name="T12" fmla="*/ 627 w 904"/>
                <a:gd name="T13" fmla="*/ 83 h 504"/>
                <a:gd name="T14" fmla="*/ 518 w 904"/>
                <a:gd name="T15" fmla="*/ 10 h 504"/>
                <a:gd name="T16" fmla="*/ 482 w 904"/>
                <a:gd name="T17" fmla="*/ 1 h 504"/>
                <a:gd name="T18" fmla="*/ 421 w 904"/>
                <a:gd name="T19" fmla="*/ 7 h 504"/>
                <a:gd name="T20" fmla="*/ 396 w 904"/>
                <a:gd name="T21" fmla="*/ 36 h 504"/>
                <a:gd name="T22" fmla="*/ 389 w 904"/>
                <a:gd name="T23" fmla="*/ 19 h 504"/>
                <a:gd name="T24" fmla="*/ 377 w 904"/>
                <a:gd name="T25" fmla="*/ 32 h 504"/>
                <a:gd name="T26" fmla="*/ 385 w 904"/>
                <a:gd name="T27" fmla="*/ 161 h 504"/>
                <a:gd name="T28" fmla="*/ 361 w 904"/>
                <a:gd name="T29" fmla="*/ 187 h 504"/>
                <a:gd name="T30" fmla="*/ 339 w 904"/>
                <a:gd name="T31" fmla="*/ 160 h 504"/>
                <a:gd name="T32" fmla="*/ 357 w 904"/>
                <a:gd name="T33" fmla="*/ 31 h 504"/>
                <a:gd name="T34" fmla="*/ 346 w 904"/>
                <a:gd name="T35" fmla="*/ 18 h 504"/>
                <a:gd name="T36" fmla="*/ 337 w 904"/>
                <a:gd name="T37" fmla="*/ 34 h 504"/>
                <a:gd name="T38" fmla="*/ 314 w 904"/>
                <a:gd name="T39" fmla="*/ 2 h 504"/>
                <a:gd name="T40" fmla="*/ 305 w 904"/>
                <a:gd name="T41" fmla="*/ 1 h 504"/>
                <a:gd name="T42" fmla="*/ 271 w 904"/>
                <a:gd name="T43" fmla="*/ 13 h 504"/>
                <a:gd name="T44" fmla="*/ 168 w 904"/>
                <a:gd name="T45" fmla="*/ 104 h 504"/>
                <a:gd name="T46" fmla="*/ 135 w 904"/>
                <a:gd name="T47" fmla="*/ 123 h 504"/>
                <a:gd name="T48" fmla="*/ 47 w 904"/>
                <a:gd name="T49" fmla="*/ 149 h 504"/>
                <a:gd name="T50" fmla="*/ 30 w 904"/>
                <a:gd name="T51" fmla="*/ 170 h 504"/>
                <a:gd name="T52" fmla="*/ 51 w 904"/>
                <a:gd name="T53" fmla="*/ 183 h 504"/>
                <a:gd name="T54" fmla="*/ 162 w 904"/>
                <a:gd name="T55" fmla="*/ 169 h 504"/>
                <a:gd name="T56" fmla="*/ 198 w 904"/>
                <a:gd name="T57" fmla="*/ 156 h 504"/>
                <a:gd name="T58" fmla="*/ 269 w 904"/>
                <a:gd name="T59" fmla="*/ 111 h 504"/>
                <a:gd name="T60" fmla="*/ 289 w 904"/>
                <a:gd name="T61" fmla="*/ 120 h 504"/>
                <a:gd name="T62" fmla="*/ 311 w 904"/>
                <a:gd name="T63" fmla="*/ 249 h 504"/>
                <a:gd name="T64" fmla="*/ 294 w 904"/>
                <a:gd name="T65" fmla="*/ 270 h 504"/>
                <a:gd name="T66" fmla="*/ 120 w 904"/>
                <a:gd name="T67" fmla="*/ 282 h 504"/>
                <a:gd name="T68" fmla="*/ 91 w 904"/>
                <a:gd name="T69" fmla="*/ 301 h 504"/>
                <a:gd name="T70" fmla="*/ 5 w 904"/>
                <a:gd name="T71" fmla="*/ 476 h 504"/>
                <a:gd name="T72" fmla="*/ 8 w 904"/>
                <a:gd name="T73" fmla="*/ 501 h 504"/>
                <a:gd name="T74" fmla="*/ 31 w 904"/>
                <a:gd name="T75" fmla="*/ 492 h 504"/>
                <a:gd name="T76" fmla="*/ 127 w 904"/>
                <a:gd name="T77" fmla="*/ 363 h 504"/>
                <a:gd name="T78" fmla="*/ 159 w 904"/>
                <a:gd name="T79" fmla="*/ 350 h 504"/>
                <a:gd name="T80" fmla="*/ 343 w 904"/>
                <a:gd name="T81" fmla="*/ 374 h 504"/>
                <a:gd name="T82" fmla="*/ 440 w 904"/>
                <a:gd name="T83" fmla="*/ 361 h 504"/>
                <a:gd name="T84" fmla="*/ 463 w 904"/>
                <a:gd name="T85" fmla="*/ 339 h 504"/>
                <a:gd name="T86" fmla="*/ 482 w 904"/>
                <a:gd name="T87" fmla="*/ 264 h 504"/>
                <a:gd name="T88" fmla="*/ 499 w 904"/>
                <a:gd name="T89" fmla="*/ 121 h 504"/>
                <a:gd name="T90" fmla="*/ 520 w 904"/>
                <a:gd name="T91" fmla="*/ 107 h 504"/>
                <a:gd name="T92" fmla="*/ 591 w 904"/>
                <a:gd name="T93" fmla="*/ 129 h 504"/>
                <a:gd name="T94" fmla="*/ 626 w 904"/>
                <a:gd name="T95" fmla="*/ 146 h 504"/>
                <a:gd name="T96" fmla="*/ 693 w 904"/>
                <a:gd name="T97" fmla="*/ 189 h 504"/>
                <a:gd name="T98" fmla="*/ 697 w 904"/>
                <a:gd name="T99" fmla="*/ 215 h 504"/>
                <a:gd name="T100" fmla="*/ 666 w 904"/>
                <a:gd name="T101" fmla="*/ 251 h 504"/>
                <a:gd name="T102" fmla="*/ 669 w 904"/>
                <a:gd name="T103" fmla="*/ 279 h 504"/>
                <a:gd name="T104" fmla="*/ 760 w 904"/>
                <a:gd name="T105" fmla="*/ 357 h 504"/>
                <a:gd name="T106" fmla="*/ 788 w 904"/>
                <a:gd name="T107" fmla="*/ 355 h 504"/>
                <a:gd name="T108" fmla="*/ 897 w 904"/>
                <a:gd name="T109" fmla="*/ 227 h 504"/>
                <a:gd name="T110" fmla="*/ 895 w 904"/>
                <a:gd name="T111" fmla="*/ 19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4" h="504">
                  <a:moveTo>
                    <a:pt x="895" y="199"/>
                  </a:moveTo>
                  <a:cubicBezTo>
                    <a:pt x="803" y="121"/>
                    <a:pt x="803" y="121"/>
                    <a:pt x="803" y="121"/>
                  </a:cubicBezTo>
                  <a:cubicBezTo>
                    <a:pt x="795" y="114"/>
                    <a:pt x="783" y="115"/>
                    <a:pt x="776" y="123"/>
                  </a:cubicBezTo>
                  <a:cubicBezTo>
                    <a:pt x="744" y="160"/>
                    <a:pt x="744" y="160"/>
                    <a:pt x="744" y="160"/>
                  </a:cubicBezTo>
                  <a:cubicBezTo>
                    <a:pt x="737" y="168"/>
                    <a:pt x="725" y="169"/>
                    <a:pt x="717" y="162"/>
                  </a:cubicBezTo>
                  <a:cubicBezTo>
                    <a:pt x="657" y="107"/>
                    <a:pt x="657" y="107"/>
                    <a:pt x="657" y="107"/>
                  </a:cubicBezTo>
                  <a:cubicBezTo>
                    <a:pt x="649" y="100"/>
                    <a:pt x="636" y="89"/>
                    <a:pt x="627" y="83"/>
                  </a:cubicBezTo>
                  <a:cubicBezTo>
                    <a:pt x="518" y="10"/>
                    <a:pt x="518" y="10"/>
                    <a:pt x="518" y="10"/>
                  </a:cubicBezTo>
                  <a:cubicBezTo>
                    <a:pt x="509" y="4"/>
                    <a:pt x="493" y="0"/>
                    <a:pt x="482" y="1"/>
                  </a:cubicBezTo>
                  <a:cubicBezTo>
                    <a:pt x="421" y="7"/>
                    <a:pt x="421" y="7"/>
                    <a:pt x="421" y="7"/>
                  </a:cubicBezTo>
                  <a:cubicBezTo>
                    <a:pt x="420" y="11"/>
                    <a:pt x="414" y="25"/>
                    <a:pt x="396" y="36"/>
                  </a:cubicBezTo>
                  <a:cubicBezTo>
                    <a:pt x="395" y="29"/>
                    <a:pt x="392" y="24"/>
                    <a:pt x="389" y="19"/>
                  </a:cubicBezTo>
                  <a:cubicBezTo>
                    <a:pt x="377" y="32"/>
                    <a:pt x="377" y="32"/>
                    <a:pt x="377" y="32"/>
                  </a:cubicBezTo>
                  <a:cubicBezTo>
                    <a:pt x="385" y="161"/>
                    <a:pt x="385" y="161"/>
                    <a:pt x="385" y="161"/>
                  </a:cubicBezTo>
                  <a:cubicBezTo>
                    <a:pt x="361" y="187"/>
                    <a:pt x="361" y="187"/>
                    <a:pt x="361" y="187"/>
                  </a:cubicBezTo>
                  <a:cubicBezTo>
                    <a:pt x="339" y="160"/>
                    <a:pt x="339" y="160"/>
                    <a:pt x="339" y="160"/>
                  </a:cubicBezTo>
                  <a:cubicBezTo>
                    <a:pt x="357" y="31"/>
                    <a:pt x="357" y="31"/>
                    <a:pt x="357" y="31"/>
                  </a:cubicBezTo>
                  <a:cubicBezTo>
                    <a:pt x="346" y="18"/>
                    <a:pt x="346" y="18"/>
                    <a:pt x="346" y="18"/>
                  </a:cubicBezTo>
                  <a:cubicBezTo>
                    <a:pt x="342" y="22"/>
                    <a:pt x="339" y="27"/>
                    <a:pt x="337" y="34"/>
                  </a:cubicBezTo>
                  <a:cubicBezTo>
                    <a:pt x="319" y="21"/>
                    <a:pt x="315" y="4"/>
                    <a:pt x="314" y="2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294" y="0"/>
                    <a:pt x="279" y="5"/>
                    <a:pt x="271" y="13"/>
                  </a:cubicBezTo>
                  <a:cubicBezTo>
                    <a:pt x="168" y="104"/>
                    <a:pt x="168" y="104"/>
                    <a:pt x="168" y="104"/>
                  </a:cubicBezTo>
                  <a:cubicBezTo>
                    <a:pt x="160" y="112"/>
                    <a:pt x="145" y="120"/>
                    <a:pt x="135" y="123"/>
                  </a:cubicBezTo>
                  <a:cubicBezTo>
                    <a:pt x="47" y="149"/>
                    <a:pt x="47" y="149"/>
                    <a:pt x="47" y="149"/>
                  </a:cubicBezTo>
                  <a:cubicBezTo>
                    <a:pt x="36" y="152"/>
                    <a:pt x="29" y="161"/>
                    <a:pt x="30" y="170"/>
                  </a:cubicBezTo>
                  <a:cubicBezTo>
                    <a:pt x="31" y="179"/>
                    <a:pt x="41" y="184"/>
                    <a:pt x="51" y="183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73" y="167"/>
                    <a:pt x="189" y="162"/>
                    <a:pt x="198" y="156"/>
                  </a:cubicBezTo>
                  <a:cubicBezTo>
                    <a:pt x="269" y="111"/>
                    <a:pt x="269" y="111"/>
                    <a:pt x="269" y="111"/>
                  </a:cubicBezTo>
                  <a:cubicBezTo>
                    <a:pt x="278" y="106"/>
                    <a:pt x="287" y="110"/>
                    <a:pt x="289" y="120"/>
                  </a:cubicBezTo>
                  <a:cubicBezTo>
                    <a:pt x="311" y="249"/>
                    <a:pt x="311" y="249"/>
                    <a:pt x="311" y="249"/>
                  </a:cubicBezTo>
                  <a:cubicBezTo>
                    <a:pt x="312" y="260"/>
                    <a:pt x="305" y="269"/>
                    <a:pt x="294" y="270"/>
                  </a:cubicBezTo>
                  <a:cubicBezTo>
                    <a:pt x="120" y="282"/>
                    <a:pt x="120" y="282"/>
                    <a:pt x="120" y="282"/>
                  </a:cubicBezTo>
                  <a:cubicBezTo>
                    <a:pt x="109" y="282"/>
                    <a:pt x="96" y="291"/>
                    <a:pt x="91" y="301"/>
                  </a:cubicBezTo>
                  <a:cubicBezTo>
                    <a:pt x="5" y="476"/>
                    <a:pt x="5" y="476"/>
                    <a:pt x="5" y="476"/>
                  </a:cubicBezTo>
                  <a:cubicBezTo>
                    <a:pt x="0" y="486"/>
                    <a:pt x="1" y="497"/>
                    <a:pt x="8" y="501"/>
                  </a:cubicBezTo>
                  <a:cubicBezTo>
                    <a:pt x="14" y="504"/>
                    <a:pt x="24" y="500"/>
                    <a:pt x="31" y="492"/>
                  </a:cubicBezTo>
                  <a:cubicBezTo>
                    <a:pt x="127" y="363"/>
                    <a:pt x="127" y="363"/>
                    <a:pt x="127" y="363"/>
                  </a:cubicBezTo>
                  <a:cubicBezTo>
                    <a:pt x="134" y="354"/>
                    <a:pt x="148" y="349"/>
                    <a:pt x="159" y="350"/>
                  </a:cubicBezTo>
                  <a:cubicBezTo>
                    <a:pt x="343" y="374"/>
                    <a:pt x="343" y="374"/>
                    <a:pt x="343" y="374"/>
                  </a:cubicBezTo>
                  <a:cubicBezTo>
                    <a:pt x="394" y="380"/>
                    <a:pt x="424" y="370"/>
                    <a:pt x="440" y="361"/>
                  </a:cubicBezTo>
                  <a:cubicBezTo>
                    <a:pt x="453" y="355"/>
                    <a:pt x="460" y="345"/>
                    <a:pt x="463" y="339"/>
                  </a:cubicBezTo>
                  <a:cubicBezTo>
                    <a:pt x="478" y="314"/>
                    <a:pt x="481" y="273"/>
                    <a:pt x="482" y="264"/>
                  </a:cubicBezTo>
                  <a:cubicBezTo>
                    <a:pt x="499" y="121"/>
                    <a:pt x="499" y="121"/>
                    <a:pt x="499" y="121"/>
                  </a:cubicBezTo>
                  <a:cubicBezTo>
                    <a:pt x="500" y="110"/>
                    <a:pt x="510" y="104"/>
                    <a:pt x="520" y="107"/>
                  </a:cubicBezTo>
                  <a:cubicBezTo>
                    <a:pt x="591" y="129"/>
                    <a:pt x="591" y="129"/>
                    <a:pt x="591" y="129"/>
                  </a:cubicBezTo>
                  <a:cubicBezTo>
                    <a:pt x="601" y="133"/>
                    <a:pt x="617" y="140"/>
                    <a:pt x="626" y="146"/>
                  </a:cubicBezTo>
                  <a:cubicBezTo>
                    <a:pt x="693" y="189"/>
                    <a:pt x="693" y="189"/>
                    <a:pt x="693" y="189"/>
                  </a:cubicBezTo>
                  <a:cubicBezTo>
                    <a:pt x="703" y="195"/>
                    <a:pt x="704" y="206"/>
                    <a:pt x="697" y="215"/>
                  </a:cubicBezTo>
                  <a:cubicBezTo>
                    <a:pt x="666" y="251"/>
                    <a:pt x="666" y="251"/>
                    <a:pt x="666" y="251"/>
                  </a:cubicBezTo>
                  <a:cubicBezTo>
                    <a:pt x="659" y="259"/>
                    <a:pt x="660" y="272"/>
                    <a:pt x="669" y="279"/>
                  </a:cubicBezTo>
                  <a:cubicBezTo>
                    <a:pt x="760" y="357"/>
                    <a:pt x="760" y="357"/>
                    <a:pt x="760" y="357"/>
                  </a:cubicBezTo>
                  <a:cubicBezTo>
                    <a:pt x="769" y="364"/>
                    <a:pt x="781" y="363"/>
                    <a:pt x="788" y="355"/>
                  </a:cubicBezTo>
                  <a:cubicBezTo>
                    <a:pt x="897" y="227"/>
                    <a:pt x="897" y="227"/>
                    <a:pt x="897" y="227"/>
                  </a:cubicBezTo>
                  <a:cubicBezTo>
                    <a:pt x="904" y="218"/>
                    <a:pt x="903" y="206"/>
                    <a:pt x="895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2932937" y="1674153"/>
              <a:ext cx="18503" cy="187547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62" name="Text Placeholder 26">
            <a:extLst>
              <a:ext uri="{FF2B5EF4-FFF2-40B4-BE49-F238E27FC236}">
                <a16:creationId xmlns:a16="http://schemas.microsoft.com/office/drawing/2014/main" xmlns="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6084964" y="1500093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Solution provided	</a:t>
            </a:r>
          </a:p>
        </p:txBody>
      </p:sp>
      <p:sp>
        <p:nvSpPr>
          <p:cNvPr id="163" name="Snip Single Corner Rectangle 162"/>
          <p:cNvSpPr/>
          <p:nvPr/>
        </p:nvSpPr>
        <p:spPr>
          <a:xfrm>
            <a:off x="5595245" y="1721354"/>
            <a:ext cx="3200400" cy="4027606"/>
          </a:xfrm>
          <a:prstGeom prst="snip1Rect">
            <a:avLst>
              <a:gd name="adj" fmla="val 1338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5170446" y="1238585"/>
            <a:ext cx="659886" cy="623484"/>
            <a:chOff x="5512037" y="1175658"/>
            <a:chExt cx="822696" cy="777313"/>
          </a:xfrm>
        </p:grpSpPr>
        <p:sp>
          <p:nvSpPr>
            <p:cNvPr id="165" name="Oval 20">
              <a:extLst>
                <a:ext uri="{FF2B5EF4-FFF2-40B4-BE49-F238E27FC236}">
                  <a16:creationId xmlns:a16="http://schemas.microsoft.com/office/drawing/2014/main" xmlns="" id="{41ACABC2-6590-4E4B-9507-376785C34C7E}"/>
                </a:ext>
              </a:extLst>
            </p:cNvPr>
            <p:cNvSpPr/>
            <p:nvPr/>
          </p:nvSpPr>
          <p:spPr>
            <a:xfrm>
              <a:off x="5512037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5651500" y="1263650"/>
              <a:ext cx="541017" cy="563941"/>
              <a:chOff x="-1295400" y="3870325"/>
              <a:chExt cx="561975" cy="585787"/>
            </a:xfrm>
            <a:solidFill>
              <a:schemeClr val="bg1"/>
            </a:solidFill>
          </p:grpSpPr>
          <p:sp>
            <p:nvSpPr>
              <p:cNvPr id="167" name="Freeform 10"/>
              <p:cNvSpPr>
                <a:spLocks/>
              </p:cNvSpPr>
              <p:nvPr/>
            </p:nvSpPr>
            <p:spPr bwMode="auto">
              <a:xfrm>
                <a:off x="-1159736" y="4007560"/>
                <a:ext cx="289786" cy="337428"/>
              </a:xfrm>
              <a:custGeom>
                <a:avLst/>
                <a:gdLst>
                  <a:gd name="T0" fmla="*/ 768 w 768"/>
                  <a:gd name="T1" fmla="*/ 385 h 895"/>
                  <a:gd name="T2" fmla="*/ 661 w 768"/>
                  <a:gd name="T3" fmla="*/ 650 h 895"/>
                  <a:gd name="T4" fmla="*/ 567 w 768"/>
                  <a:gd name="T5" fmla="*/ 841 h 895"/>
                  <a:gd name="T6" fmla="*/ 504 w 768"/>
                  <a:gd name="T7" fmla="*/ 895 h 895"/>
                  <a:gd name="T8" fmla="*/ 266 w 768"/>
                  <a:gd name="T9" fmla="*/ 895 h 895"/>
                  <a:gd name="T10" fmla="*/ 204 w 768"/>
                  <a:gd name="T11" fmla="*/ 842 h 895"/>
                  <a:gd name="T12" fmla="*/ 109 w 768"/>
                  <a:gd name="T13" fmla="*/ 650 h 895"/>
                  <a:gd name="T14" fmla="*/ 2 w 768"/>
                  <a:gd name="T15" fmla="*/ 389 h 895"/>
                  <a:gd name="T16" fmla="*/ 383 w 768"/>
                  <a:gd name="T17" fmla="*/ 2 h 895"/>
                  <a:gd name="T18" fmla="*/ 768 w 768"/>
                  <a:gd name="T19" fmla="*/ 385 h 895"/>
                  <a:gd name="connsiteX0" fmla="*/ 9975 w 9975"/>
                  <a:gd name="connsiteY0" fmla="*/ 4281 h 9979"/>
                  <a:gd name="connsiteX1" fmla="*/ 8582 w 9975"/>
                  <a:gd name="connsiteY1" fmla="*/ 7242 h 9979"/>
                  <a:gd name="connsiteX2" fmla="*/ 7358 w 9975"/>
                  <a:gd name="connsiteY2" fmla="*/ 9376 h 9979"/>
                  <a:gd name="connsiteX3" fmla="*/ 6538 w 9975"/>
                  <a:gd name="connsiteY3" fmla="*/ 9979 h 9979"/>
                  <a:gd name="connsiteX4" fmla="*/ 3439 w 9975"/>
                  <a:gd name="connsiteY4" fmla="*/ 9979 h 9979"/>
                  <a:gd name="connsiteX5" fmla="*/ 2631 w 9975"/>
                  <a:gd name="connsiteY5" fmla="*/ 9387 h 9979"/>
                  <a:gd name="connsiteX6" fmla="*/ 1394 w 9975"/>
                  <a:gd name="connsiteY6" fmla="*/ 7242 h 9979"/>
                  <a:gd name="connsiteX7" fmla="*/ 1 w 9975"/>
                  <a:gd name="connsiteY7" fmla="*/ 4325 h 9979"/>
                  <a:gd name="connsiteX8" fmla="*/ 4962 w 9975"/>
                  <a:gd name="connsiteY8" fmla="*/ 1 h 9979"/>
                  <a:gd name="connsiteX9" fmla="*/ 9975 w 9975"/>
                  <a:gd name="connsiteY9" fmla="*/ 4281 h 9979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000">
                    <a:moveTo>
                      <a:pt x="10000" y="4290"/>
                    </a:moveTo>
                    <a:cubicBezTo>
                      <a:pt x="10000" y="5443"/>
                      <a:pt x="9465" y="6496"/>
                      <a:pt x="8604" y="7257"/>
                    </a:cubicBezTo>
                    <a:cubicBezTo>
                      <a:pt x="7938" y="7850"/>
                      <a:pt x="7520" y="8600"/>
                      <a:pt x="7376" y="9396"/>
                    </a:cubicBezTo>
                    <a:cubicBezTo>
                      <a:pt x="7311" y="9742"/>
                      <a:pt x="6958" y="10000"/>
                      <a:pt x="6554" y="10000"/>
                    </a:cubicBezTo>
                    <a:cubicBezTo>
                      <a:pt x="5519" y="10000"/>
                      <a:pt x="4483" y="9637"/>
                      <a:pt x="3448" y="10000"/>
                    </a:cubicBezTo>
                    <a:cubicBezTo>
                      <a:pt x="3043" y="10000"/>
                      <a:pt x="2690" y="9742"/>
                      <a:pt x="2638" y="9407"/>
                    </a:cubicBezTo>
                    <a:cubicBezTo>
                      <a:pt x="2494" y="8600"/>
                      <a:pt x="2063" y="7839"/>
                      <a:pt x="1397" y="7257"/>
                    </a:cubicBezTo>
                    <a:cubicBezTo>
                      <a:pt x="549" y="6496"/>
                      <a:pt x="14" y="5465"/>
                      <a:pt x="1" y="4334"/>
                    </a:cubicBezTo>
                    <a:cubicBezTo>
                      <a:pt x="-25" y="1949"/>
                      <a:pt x="2194" y="13"/>
                      <a:pt x="4974" y="1"/>
                    </a:cubicBezTo>
                    <a:cubicBezTo>
                      <a:pt x="7741" y="-21"/>
                      <a:pt x="10000" y="1905"/>
                      <a:pt x="10000" y="42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68" name="Freeform 11"/>
              <p:cNvSpPr>
                <a:spLocks/>
              </p:cNvSpPr>
              <p:nvPr/>
            </p:nvSpPr>
            <p:spPr bwMode="auto">
              <a:xfrm>
                <a:off x="-1119188" y="4048125"/>
                <a:ext cx="120650" cy="120650"/>
              </a:xfrm>
              <a:custGeom>
                <a:avLst/>
                <a:gdLst>
                  <a:gd name="T0" fmla="*/ 319 w 319"/>
                  <a:gd name="T1" fmla="*/ 44 h 320"/>
                  <a:gd name="T2" fmla="*/ 276 w 319"/>
                  <a:gd name="T3" fmla="*/ 0 h 320"/>
                  <a:gd name="T4" fmla="*/ 0 w 319"/>
                  <a:gd name="T5" fmla="*/ 277 h 320"/>
                  <a:gd name="T6" fmla="*/ 43 w 319"/>
                  <a:gd name="T7" fmla="*/ 320 h 320"/>
                  <a:gd name="T8" fmla="*/ 86 w 319"/>
                  <a:gd name="T9" fmla="*/ 277 h 320"/>
                  <a:gd name="T10" fmla="*/ 276 w 319"/>
                  <a:gd name="T11" fmla="*/ 87 h 320"/>
                  <a:gd name="T12" fmla="*/ 319 w 319"/>
                  <a:gd name="T13" fmla="*/ 44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320">
                    <a:moveTo>
                      <a:pt x="319" y="44"/>
                    </a:moveTo>
                    <a:cubicBezTo>
                      <a:pt x="319" y="20"/>
                      <a:pt x="300" y="0"/>
                      <a:pt x="276" y="0"/>
                    </a:cubicBezTo>
                    <a:cubicBezTo>
                      <a:pt x="124" y="0"/>
                      <a:pt x="0" y="124"/>
                      <a:pt x="0" y="277"/>
                    </a:cubicBezTo>
                    <a:cubicBezTo>
                      <a:pt x="0" y="301"/>
                      <a:pt x="19" y="320"/>
                      <a:pt x="43" y="320"/>
                    </a:cubicBezTo>
                    <a:cubicBezTo>
                      <a:pt x="67" y="320"/>
                      <a:pt x="86" y="301"/>
                      <a:pt x="86" y="277"/>
                    </a:cubicBezTo>
                    <a:cubicBezTo>
                      <a:pt x="86" y="172"/>
                      <a:pt x="172" y="87"/>
                      <a:pt x="276" y="87"/>
                    </a:cubicBezTo>
                    <a:cubicBezTo>
                      <a:pt x="300" y="87"/>
                      <a:pt x="319" y="68"/>
                      <a:pt x="319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0" name="Freeform 12"/>
              <p:cNvSpPr>
                <a:spLocks/>
              </p:cNvSpPr>
              <p:nvPr/>
            </p:nvSpPr>
            <p:spPr bwMode="auto">
              <a:xfrm>
                <a:off x="-1030288" y="3870325"/>
                <a:ext cx="31750" cy="90488"/>
              </a:xfrm>
              <a:custGeom>
                <a:avLst/>
                <a:gdLst>
                  <a:gd name="T0" fmla="*/ 43 w 86"/>
                  <a:gd name="T1" fmla="*/ 238 h 238"/>
                  <a:gd name="T2" fmla="*/ 86 w 86"/>
                  <a:gd name="T3" fmla="*/ 195 h 238"/>
                  <a:gd name="T4" fmla="*/ 86 w 86"/>
                  <a:gd name="T5" fmla="*/ 43 h 238"/>
                  <a:gd name="T6" fmla="*/ 43 w 86"/>
                  <a:gd name="T7" fmla="*/ 0 h 238"/>
                  <a:gd name="T8" fmla="*/ 0 w 86"/>
                  <a:gd name="T9" fmla="*/ 43 h 238"/>
                  <a:gd name="T10" fmla="*/ 0 w 86"/>
                  <a:gd name="T11" fmla="*/ 195 h 238"/>
                  <a:gd name="T12" fmla="*/ 43 w 86"/>
                  <a:gd name="T13" fmla="*/ 23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6" h="238">
                    <a:moveTo>
                      <a:pt x="43" y="238"/>
                    </a:moveTo>
                    <a:cubicBezTo>
                      <a:pt x="67" y="238"/>
                      <a:pt x="86" y="219"/>
                      <a:pt x="86" y="195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20"/>
                      <a:pt x="67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0" y="219"/>
                      <a:pt x="20" y="238"/>
                      <a:pt x="43" y="2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1" name="Freeform 13"/>
              <p:cNvSpPr>
                <a:spLocks/>
              </p:cNvSpPr>
              <p:nvPr/>
            </p:nvSpPr>
            <p:spPr bwMode="auto">
              <a:xfrm>
                <a:off x="-1295400" y="4135438"/>
                <a:ext cx="88900" cy="31750"/>
              </a:xfrm>
              <a:custGeom>
                <a:avLst/>
                <a:gdLst>
                  <a:gd name="T0" fmla="*/ 238 w 238"/>
                  <a:gd name="T1" fmla="*/ 43 h 86"/>
                  <a:gd name="T2" fmla="*/ 195 w 238"/>
                  <a:gd name="T3" fmla="*/ 0 h 86"/>
                  <a:gd name="T4" fmla="*/ 43 w 238"/>
                  <a:gd name="T5" fmla="*/ 0 h 86"/>
                  <a:gd name="T6" fmla="*/ 0 w 238"/>
                  <a:gd name="T7" fmla="*/ 43 h 86"/>
                  <a:gd name="T8" fmla="*/ 43 w 238"/>
                  <a:gd name="T9" fmla="*/ 86 h 86"/>
                  <a:gd name="T10" fmla="*/ 195 w 238"/>
                  <a:gd name="T11" fmla="*/ 86 h 86"/>
                  <a:gd name="T12" fmla="*/ 238 w 238"/>
                  <a:gd name="T13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" h="86">
                    <a:moveTo>
                      <a:pt x="238" y="43"/>
                    </a:moveTo>
                    <a:cubicBezTo>
                      <a:pt x="238" y="20"/>
                      <a:pt x="219" y="0"/>
                      <a:pt x="19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0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5" y="86"/>
                      <a:pt x="195" y="86"/>
                      <a:pt x="195" y="86"/>
                    </a:cubicBezTo>
                    <a:cubicBezTo>
                      <a:pt x="219" y="86"/>
                      <a:pt x="238" y="67"/>
                      <a:pt x="238" y="4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2" name="Freeform 14"/>
              <p:cNvSpPr>
                <a:spLocks/>
              </p:cNvSpPr>
              <p:nvPr/>
            </p:nvSpPr>
            <p:spPr bwMode="auto">
              <a:xfrm>
                <a:off x="-822325" y="4135438"/>
                <a:ext cx="88900" cy="31750"/>
              </a:xfrm>
              <a:custGeom>
                <a:avLst/>
                <a:gdLst>
                  <a:gd name="T0" fmla="*/ 194 w 237"/>
                  <a:gd name="T1" fmla="*/ 0 h 86"/>
                  <a:gd name="T2" fmla="*/ 43 w 237"/>
                  <a:gd name="T3" fmla="*/ 0 h 86"/>
                  <a:gd name="T4" fmla="*/ 0 w 237"/>
                  <a:gd name="T5" fmla="*/ 43 h 86"/>
                  <a:gd name="T6" fmla="*/ 43 w 237"/>
                  <a:gd name="T7" fmla="*/ 86 h 86"/>
                  <a:gd name="T8" fmla="*/ 194 w 237"/>
                  <a:gd name="T9" fmla="*/ 86 h 86"/>
                  <a:gd name="T10" fmla="*/ 237 w 237"/>
                  <a:gd name="T11" fmla="*/ 43 h 86"/>
                  <a:gd name="T12" fmla="*/ 194 w 237"/>
                  <a:gd name="T13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7" h="86">
                    <a:moveTo>
                      <a:pt x="194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86"/>
                      <a:pt x="237" y="67"/>
                      <a:pt x="237" y="43"/>
                    </a:cubicBezTo>
                    <a:cubicBezTo>
                      <a:pt x="237" y="20"/>
                      <a:pt x="218" y="0"/>
                      <a:pt x="1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3" name="Freeform 15"/>
              <p:cNvSpPr>
                <a:spLocks/>
              </p:cNvSpPr>
              <p:nvPr/>
            </p:nvSpPr>
            <p:spPr bwMode="auto">
              <a:xfrm>
                <a:off x="-1219200" y="4281488"/>
                <a:ext cx="76200" cy="74613"/>
              </a:xfrm>
              <a:custGeom>
                <a:avLst/>
                <a:gdLst>
                  <a:gd name="T0" fmla="*/ 124 w 202"/>
                  <a:gd name="T1" fmla="*/ 17 h 198"/>
                  <a:gd name="T2" fmla="*/ 17 w 202"/>
                  <a:gd name="T3" fmla="*/ 124 h 198"/>
                  <a:gd name="T4" fmla="*/ 17 w 202"/>
                  <a:gd name="T5" fmla="*/ 185 h 198"/>
                  <a:gd name="T6" fmla="*/ 47 w 202"/>
                  <a:gd name="T7" fmla="*/ 198 h 198"/>
                  <a:gd name="T8" fmla="*/ 77 w 202"/>
                  <a:gd name="T9" fmla="*/ 185 h 198"/>
                  <a:gd name="T10" fmla="*/ 185 w 202"/>
                  <a:gd name="T11" fmla="*/ 78 h 198"/>
                  <a:gd name="T12" fmla="*/ 185 w 202"/>
                  <a:gd name="T13" fmla="*/ 17 h 198"/>
                  <a:gd name="T14" fmla="*/ 124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124" y="17"/>
                    </a:move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4"/>
                      <a:pt x="36" y="198"/>
                      <a:pt x="47" y="198"/>
                    </a:cubicBezTo>
                    <a:cubicBezTo>
                      <a:pt x="58" y="198"/>
                      <a:pt x="69" y="194"/>
                      <a:pt x="77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0" y="0"/>
                      <a:pt x="124" y="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4" name="Freeform 16"/>
              <p:cNvSpPr>
                <a:spLocks/>
              </p:cNvSpPr>
              <p:nvPr/>
            </p:nvSpPr>
            <p:spPr bwMode="auto">
              <a:xfrm>
                <a:off x="-885825" y="3946525"/>
                <a:ext cx="76200" cy="74613"/>
              </a:xfrm>
              <a:custGeom>
                <a:avLst/>
                <a:gdLst>
                  <a:gd name="T0" fmla="*/ 47 w 202"/>
                  <a:gd name="T1" fmla="*/ 197 h 197"/>
                  <a:gd name="T2" fmla="*/ 78 w 202"/>
                  <a:gd name="T3" fmla="*/ 185 h 197"/>
                  <a:gd name="T4" fmla="*/ 185 w 202"/>
                  <a:gd name="T5" fmla="*/ 78 h 197"/>
                  <a:gd name="T6" fmla="*/ 185 w 202"/>
                  <a:gd name="T7" fmla="*/ 17 h 197"/>
                  <a:gd name="T8" fmla="*/ 124 w 202"/>
                  <a:gd name="T9" fmla="*/ 17 h 197"/>
                  <a:gd name="T10" fmla="*/ 17 w 202"/>
                  <a:gd name="T11" fmla="*/ 124 h 197"/>
                  <a:gd name="T12" fmla="*/ 17 w 202"/>
                  <a:gd name="T13" fmla="*/ 185 h 197"/>
                  <a:gd name="T14" fmla="*/ 47 w 202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7">
                    <a:moveTo>
                      <a:pt x="47" y="197"/>
                    </a:moveTo>
                    <a:cubicBezTo>
                      <a:pt x="58" y="197"/>
                      <a:pt x="69" y="193"/>
                      <a:pt x="78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1" y="0"/>
                      <a:pt x="124" y="17"/>
                    </a:cubicBez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3"/>
                      <a:pt x="36" y="197"/>
                      <a:pt x="47" y="19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5" name="Freeform 17"/>
              <p:cNvSpPr>
                <a:spLocks/>
              </p:cNvSpPr>
              <p:nvPr/>
            </p:nvSpPr>
            <p:spPr bwMode="auto">
              <a:xfrm>
                <a:off x="-1219200" y="3946525"/>
                <a:ext cx="76200" cy="74613"/>
              </a:xfrm>
              <a:custGeom>
                <a:avLst/>
                <a:gdLst>
                  <a:gd name="T0" fmla="*/ 125 w 203"/>
                  <a:gd name="T1" fmla="*/ 186 h 198"/>
                  <a:gd name="T2" fmla="*/ 155 w 203"/>
                  <a:gd name="T3" fmla="*/ 198 h 198"/>
                  <a:gd name="T4" fmla="*/ 186 w 203"/>
                  <a:gd name="T5" fmla="*/ 186 h 198"/>
                  <a:gd name="T6" fmla="*/ 186 w 203"/>
                  <a:gd name="T7" fmla="*/ 124 h 198"/>
                  <a:gd name="T8" fmla="*/ 78 w 203"/>
                  <a:gd name="T9" fmla="*/ 17 h 198"/>
                  <a:gd name="T10" fmla="*/ 17 w 203"/>
                  <a:gd name="T11" fmla="*/ 17 h 198"/>
                  <a:gd name="T12" fmla="*/ 17 w 203"/>
                  <a:gd name="T13" fmla="*/ 78 h 198"/>
                  <a:gd name="T14" fmla="*/ 125 w 203"/>
                  <a:gd name="T15" fmla="*/ 186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198">
                    <a:moveTo>
                      <a:pt x="125" y="186"/>
                    </a:moveTo>
                    <a:cubicBezTo>
                      <a:pt x="133" y="194"/>
                      <a:pt x="144" y="198"/>
                      <a:pt x="155" y="198"/>
                    </a:cubicBezTo>
                    <a:cubicBezTo>
                      <a:pt x="166" y="198"/>
                      <a:pt x="177" y="194"/>
                      <a:pt x="186" y="186"/>
                    </a:cubicBezTo>
                    <a:cubicBezTo>
                      <a:pt x="203" y="169"/>
                      <a:pt x="203" y="141"/>
                      <a:pt x="186" y="124"/>
                    </a:cubicBezTo>
                    <a:cubicBezTo>
                      <a:pt x="78" y="17"/>
                      <a:pt x="78" y="17"/>
                      <a:pt x="78" y="17"/>
                    </a:cubicBez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lnTo>
                      <a:pt x="125" y="1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6" name="Freeform 18"/>
              <p:cNvSpPr>
                <a:spLocks/>
              </p:cNvSpPr>
              <p:nvPr/>
            </p:nvSpPr>
            <p:spPr bwMode="auto">
              <a:xfrm>
                <a:off x="-885825" y="4281488"/>
                <a:ext cx="76200" cy="74613"/>
              </a:xfrm>
              <a:custGeom>
                <a:avLst/>
                <a:gdLst>
                  <a:gd name="T0" fmla="*/ 78 w 202"/>
                  <a:gd name="T1" fmla="*/ 17 h 198"/>
                  <a:gd name="T2" fmla="*/ 17 w 202"/>
                  <a:gd name="T3" fmla="*/ 17 h 198"/>
                  <a:gd name="T4" fmla="*/ 17 w 202"/>
                  <a:gd name="T5" fmla="*/ 78 h 198"/>
                  <a:gd name="T6" fmla="*/ 124 w 202"/>
                  <a:gd name="T7" fmla="*/ 185 h 198"/>
                  <a:gd name="T8" fmla="*/ 154 w 202"/>
                  <a:gd name="T9" fmla="*/ 198 h 198"/>
                  <a:gd name="T10" fmla="*/ 185 w 202"/>
                  <a:gd name="T11" fmla="*/ 185 h 198"/>
                  <a:gd name="T12" fmla="*/ 185 w 202"/>
                  <a:gd name="T13" fmla="*/ 124 h 198"/>
                  <a:gd name="T14" fmla="*/ 78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78" y="17"/>
                    </a:move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cubicBezTo>
                      <a:pt x="124" y="185"/>
                      <a:pt x="124" y="185"/>
                      <a:pt x="124" y="185"/>
                    </a:cubicBezTo>
                    <a:cubicBezTo>
                      <a:pt x="132" y="194"/>
                      <a:pt x="143" y="198"/>
                      <a:pt x="154" y="198"/>
                    </a:cubicBezTo>
                    <a:cubicBezTo>
                      <a:pt x="165" y="198"/>
                      <a:pt x="176" y="194"/>
                      <a:pt x="185" y="185"/>
                    </a:cubicBezTo>
                    <a:cubicBezTo>
                      <a:pt x="202" y="168"/>
                      <a:pt x="202" y="141"/>
                      <a:pt x="185" y="124"/>
                    </a:cubicBezTo>
                    <a:lnTo>
                      <a:pt x="78" y="1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7" name="Line 19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8" name="Line 20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9" name="Freeform 21"/>
              <p:cNvSpPr>
                <a:spLocks/>
              </p:cNvSpPr>
              <p:nvPr/>
            </p:nvSpPr>
            <p:spPr bwMode="auto">
              <a:xfrm>
                <a:off x="-1081088" y="4362421"/>
                <a:ext cx="133350" cy="93691"/>
              </a:xfrm>
              <a:custGeom>
                <a:avLst/>
                <a:gdLst>
                  <a:gd name="T0" fmla="*/ 311 w 355"/>
                  <a:gd name="T1" fmla="*/ 0 h 240"/>
                  <a:gd name="T2" fmla="*/ 43 w 355"/>
                  <a:gd name="T3" fmla="*/ 0 h 240"/>
                  <a:gd name="T4" fmla="*/ 0 w 355"/>
                  <a:gd name="T5" fmla="*/ 44 h 240"/>
                  <a:gd name="T6" fmla="*/ 0 w 355"/>
                  <a:gd name="T7" fmla="*/ 89 h 240"/>
                  <a:gd name="T8" fmla="*/ 61 w 355"/>
                  <a:gd name="T9" fmla="*/ 161 h 240"/>
                  <a:gd name="T10" fmla="*/ 72 w 355"/>
                  <a:gd name="T11" fmla="*/ 202 h 240"/>
                  <a:gd name="T12" fmla="*/ 122 w 355"/>
                  <a:gd name="T13" fmla="*/ 240 h 240"/>
                  <a:gd name="T14" fmla="*/ 172 w 355"/>
                  <a:gd name="T15" fmla="*/ 240 h 240"/>
                  <a:gd name="T16" fmla="*/ 233 w 355"/>
                  <a:gd name="T17" fmla="*/ 240 h 240"/>
                  <a:gd name="T18" fmla="*/ 292 w 355"/>
                  <a:gd name="T19" fmla="*/ 240 h 240"/>
                  <a:gd name="T20" fmla="*/ 292 w 355"/>
                  <a:gd name="T21" fmla="*/ 165 h 240"/>
                  <a:gd name="T22" fmla="*/ 293 w 355"/>
                  <a:gd name="T23" fmla="*/ 161 h 240"/>
                  <a:gd name="T24" fmla="*/ 355 w 355"/>
                  <a:gd name="T25" fmla="*/ 89 h 240"/>
                  <a:gd name="T26" fmla="*/ 355 w 355"/>
                  <a:gd name="T27" fmla="*/ 44 h 240"/>
                  <a:gd name="T28" fmla="*/ 311 w 355"/>
                  <a:gd name="T29" fmla="*/ 0 h 24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656 h 10656"/>
                  <a:gd name="connsiteX1" fmla="*/ 1211 w 10000"/>
                  <a:gd name="connsiteY1" fmla="*/ 656 h 10656"/>
                  <a:gd name="connsiteX2" fmla="*/ 0 w 10000"/>
                  <a:gd name="connsiteY2" fmla="*/ 2489 h 10656"/>
                  <a:gd name="connsiteX3" fmla="*/ 0 w 10000"/>
                  <a:gd name="connsiteY3" fmla="*/ 4364 h 10656"/>
                  <a:gd name="connsiteX4" fmla="*/ 1718 w 10000"/>
                  <a:gd name="connsiteY4" fmla="*/ 7364 h 10656"/>
                  <a:gd name="connsiteX5" fmla="*/ 2028 w 10000"/>
                  <a:gd name="connsiteY5" fmla="*/ 9073 h 10656"/>
                  <a:gd name="connsiteX6" fmla="*/ 3437 w 10000"/>
                  <a:gd name="connsiteY6" fmla="*/ 10656 h 10656"/>
                  <a:gd name="connsiteX7" fmla="*/ 4845 w 10000"/>
                  <a:gd name="connsiteY7" fmla="*/ 10656 h 10656"/>
                  <a:gd name="connsiteX8" fmla="*/ 6563 w 10000"/>
                  <a:gd name="connsiteY8" fmla="*/ 10656 h 10656"/>
                  <a:gd name="connsiteX9" fmla="*/ 8225 w 10000"/>
                  <a:gd name="connsiteY9" fmla="*/ 10656 h 10656"/>
                  <a:gd name="connsiteX10" fmla="*/ 8225 w 10000"/>
                  <a:gd name="connsiteY10" fmla="*/ 7531 h 10656"/>
                  <a:gd name="connsiteX11" fmla="*/ 8254 w 10000"/>
                  <a:gd name="connsiteY11" fmla="*/ 7364 h 10656"/>
                  <a:gd name="connsiteX12" fmla="*/ 10000 w 10000"/>
                  <a:gd name="connsiteY12" fmla="*/ 4364 h 10656"/>
                  <a:gd name="connsiteX13" fmla="*/ 10000 w 10000"/>
                  <a:gd name="connsiteY13" fmla="*/ 2489 h 10656"/>
                  <a:gd name="connsiteX14" fmla="*/ 8761 w 10000"/>
                  <a:gd name="connsiteY14" fmla="*/ 656 h 10656"/>
                  <a:gd name="connsiteX0" fmla="*/ 8761 w 10000"/>
                  <a:gd name="connsiteY0" fmla="*/ 973 h 10973"/>
                  <a:gd name="connsiteX1" fmla="*/ 1211 w 10000"/>
                  <a:gd name="connsiteY1" fmla="*/ 973 h 10973"/>
                  <a:gd name="connsiteX2" fmla="*/ 0 w 10000"/>
                  <a:gd name="connsiteY2" fmla="*/ 2806 h 10973"/>
                  <a:gd name="connsiteX3" fmla="*/ 0 w 10000"/>
                  <a:gd name="connsiteY3" fmla="*/ 4681 h 10973"/>
                  <a:gd name="connsiteX4" fmla="*/ 1718 w 10000"/>
                  <a:gd name="connsiteY4" fmla="*/ 7681 h 10973"/>
                  <a:gd name="connsiteX5" fmla="*/ 2028 w 10000"/>
                  <a:gd name="connsiteY5" fmla="*/ 9390 h 10973"/>
                  <a:gd name="connsiteX6" fmla="*/ 3437 w 10000"/>
                  <a:gd name="connsiteY6" fmla="*/ 10973 h 10973"/>
                  <a:gd name="connsiteX7" fmla="*/ 4845 w 10000"/>
                  <a:gd name="connsiteY7" fmla="*/ 10973 h 10973"/>
                  <a:gd name="connsiteX8" fmla="*/ 6563 w 10000"/>
                  <a:gd name="connsiteY8" fmla="*/ 10973 h 10973"/>
                  <a:gd name="connsiteX9" fmla="*/ 8225 w 10000"/>
                  <a:gd name="connsiteY9" fmla="*/ 10973 h 10973"/>
                  <a:gd name="connsiteX10" fmla="*/ 8225 w 10000"/>
                  <a:gd name="connsiteY10" fmla="*/ 7848 h 10973"/>
                  <a:gd name="connsiteX11" fmla="*/ 8254 w 10000"/>
                  <a:gd name="connsiteY11" fmla="*/ 7681 h 10973"/>
                  <a:gd name="connsiteX12" fmla="*/ 10000 w 10000"/>
                  <a:gd name="connsiteY12" fmla="*/ 4681 h 10973"/>
                  <a:gd name="connsiteX13" fmla="*/ 10000 w 10000"/>
                  <a:gd name="connsiteY13" fmla="*/ 2806 h 10973"/>
                  <a:gd name="connsiteX14" fmla="*/ 8761 w 10000"/>
                  <a:gd name="connsiteY14" fmla="*/ 973 h 10973"/>
                  <a:gd name="connsiteX0" fmla="*/ 8761 w 10000"/>
                  <a:gd name="connsiteY0" fmla="*/ 275 h 10275"/>
                  <a:gd name="connsiteX1" fmla="*/ 1211 w 10000"/>
                  <a:gd name="connsiteY1" fmla="*/ 275 h 10275"/>
                  <a:gd name="connsiteX2" fmla="*/ 0 w 10000"/>
                  <a:gd name="connsiteY2" fmla="*/ 2108 h 10275"/>
                  <a:gd name="connsiteX3" fmla="*/ 0 w 10000"/>
                  <a:gd name="connsiteY3" fmla="*/ 3983 h 10275"/>
                  <a:gd name="connsiteX4" fmla="*/ 1718 w 10000"/>
                  <a:gd name="connsiteY4" fmla="*/ 6983 h 10275"/>
                  <a:gd name="connsiteX5" fmla="*/ 2028 w 10000"/>
                  <a:gd name="connsiteY5" fmla="*/ 8692 h 10275"/>
                  <a:gd name="connsiteX6" fmla="*/ 3437 w 10000"/>
                  <a:gd name="connsiteY6" fmla="*/ 10275 h 10275"/>
                  <a:gd name="connsiteX7" fmla="*/ 4845 w 10000"/>
                  <a:gd name="connsiteY7" fmla="*/ 10275 h 10275"/>
                  <a:gd name="connsiteX8" fmla="*/ 6563 w 10000"/>
                  <a:gd name="connsiteY8" fmla="*/ 10275 h 10275"/>
                  <a:gd name="connsiteX9" fmla="*/ 8225 w 10000"/>
                  <a:gd name="connsiteY9" fmla="*/ 10275 h 10275"/>
                  <a:gd name="connsiteX10" fmla="*/ 8225 w 10000"/>
                  <a:gd name="connsiteY10" fmla="*/ 7150 h 10275"/>
                  <a:gd name="connsiteX11" fmla="*/ 8254 w 10000"/>
                  <a:gd name="connsiteY11" fmla="*/ 6983 h 10275"/>
                  <a:gd name="connsiteX12" fmla="*/ 10000 w 10000"/>
                  <a:gd name="connsiteY12" fmla="*/ 3983 h 10275"/>
                  <a:gd name="connsiteX13" fmla="*/ 10000 w 10000"/>
                  <a:gd name="connsiteY13" fmla="*/ 2108 h 10275"/>
                  <a:gd name="connsiteX14" fmla="*/ 8761 w 10000"/>
                  <a:gd name="connsiteY14" fmla="*/ 275 h 10275"/>
                  <a:gd name="connsiteX0" fmla="*/ 8761 w 10000"/>
                  <a:gd name="connsiteY0" fmla="*/ 248 h 10248"/>
                  <a:gd name="connsiteX1" fmla="*/ 1211 w 10000"/>
                  <a:gd name="connsiteY1" fmla="*/ 248 h 10248"/>
                  <a:gd name="connsiteX2" fmla="*/ 0 w 10000"/>
                  <a:gd name="connsiteY2" fmla="*/ 2081 h 10248"/>
                  <a:gd name="connsiteX3" fmla="*/ 0 w 10000"/>
                  <a:gd name="connsiteY3" fmla="*/ 3956 h 10248"/>
                  <a:gd name="connsiteX4" fmla="*/ 1718 w 10000"/>
                  <a:gd name="connsiteY4" fmla="*/ 6956 h 10248"/>
                  <a:gd name="connsiteX5" fmla="*/ 2028 w 10000"/>
                  <a:gd name="connsiteY5" fmla="*/ 8665 h 10248"/>
                  <a:gd name="connsiteX6" fmla="*/ 3437 w 10000"/>
                  <a:gd name="connsiteY6" fmla="*/ 10248 h 10248"/>
                  <a:gd name="connsiteX7" fmla="*/ 4845 w 10000"/>
                  <a:gd name="connsiteY7" fmla="*/ 10248 h 10248"/>
                  <a:gd name="connsiteX8" fmla="*/ 6563 w 10000"/>
                  <a:gd name="connsiteY8" fmla="*/ 10248 h 10248"/>
                  <a:gd name="connsiteX9" fmla="*/ 8225 w 10000"/>
                  <a:gd name="connsiteY9" fmla="*/ 10248 h 10248"/>
                  <a:gd name="connsiteX10" fmla="*/ 8225 w 10000"/>
                  <a:gd name="connsiteY10" fmla="*/ 7123 h 10248"/>
                  <a:gd name="connsiteX11" fmla="*/ 8254 w 10000"/>
                  <a:gd name="connsiteY11" fmla="*/ 6956 h 10248"/>
                  <a:gd name="connsiteX12" fmla="*/ 10000 w 10000"/>
                  <a:gd name="connsiteY12" fmla="*/ 3956 h 10248"/>
                  <a:gd name="connsiteX13" fmla="*/ 10000 w 10000"/>
                  <a:gd name="connsiteY13" fmla="*/ 2081 h 10248"/>
                  <a:gd name="connsiteX14" fmla="*/ 8761 w 10000"/>
                  <a:gd name="connsiteY14" fmla="*/ 248 h 10248"/>
                  <a:gd name="connsiteX0" fmla="*/ 8761 w 10000"/>
                  <a:gd name="connsiteY0" fmla="*/ 295 h 10295"/>
                  <a:gd name="connsiteX1" fmla="*/ 1211 w 10000"/>
                  <a:gd name="connsiteY1" fmla="*/ 295 h 10295"/>
                  <a:gd name="connsiteX2" fmla="*/ 0 w 10000"/>
                  <a:gd name="connsiteY2" fmla="*/ 2128 h 10295"/>
                  <a:gd name="connsiteX3" fmla="*/ 0 w 10000"/>
                  <a:gd name="connsiteY3" fmla="*/ 4003 h 10295"/>
                  <a:gd name="connsiteX4" fmla="*/ 1718 w 10000"/>
                  <a:gd name="connsiteY4" fmla="*/ 7003 h 10295"/>
                  <a:gd name="connsiteX5" fmla="*/ 2028 w 10000"/>
                  <a:gd name="connsiteY5" fmla="*/ 8712 h 10295"/>
                  <a:gd name="connsiteX6" fmla="*/ 3437 w 10000"/>
                  <a:gd name="connsiteY6" fmla="*/ 10295 h 10295"/>
                  <a:gd name="connsiteX7" fmla="*/ 4845 w 10000"/>
                  <a:gd name="connsiteY7" fmla="*/ 10295 h 10295"/>
                  <a:gd name="connsiteX8" fmla="*/ 6563 w 10000"/>
                  <a:gd name="connsiteY8" fmla="*/ 10295 h 10295"/>
                  <a:gd name="connsiteX9" fmla="*/ 8225 w 10000"/>
                  <a:gd name="connsiteY9" fmla="*/ 10295 h 10295"/>
                  <a:gd name="connsiteX10" fmla="*/ 8225 w 10000"/>
                  <a:gd name="connsiteY10" fmla="*/ 7170 h 10295"/>
                  <a:gd name="connsiteX11" fmla="*/ 8254 w 10000"/>
                  <a:gd name="connsiteY11" fmla="*/ 7003 h 10295"/>
                  <a:gd name="connsiteX12" fmla="*/ 10000 w 10000"/>
                  <a:gd name="connsiteY12" fmla="*/ 4003 h 10295"/>
                  <a:gd name="connsiteX13" fmla="*/ 10000 w 10000"/>
                  <a:gd name="connsiteY13" fmla="*/ 2128 h 10295"/>
                  <a:gd name="connsiteX14" fmla="*/ 8761 w 10000"/>
                  <a:gd name="connsiteY14" fmla="*/ 295 h 10295"/>
                  <a:gd name="connsiteX0" fmla="*/ 8761 w 10000"/>
                  <a:gd name="connsiteY0" fmla="*/ 354 h 10354"/>
                  <a:gd name="connsiteX1" fmla="*/ 1211 w 10000"/>
                  <a:gd name="connsiteY1" fmla="*/ 354 h 10354"/>
                  <a:gd name="connsiteX2" fmla="*/ 0 w 10000"/>
                  <a:gd name="connsiteY2" fmla="*/ 2187 h 10354"/>
                  <a:gd name="connsiteX3" fmla="*/ 0 w 10000"/>
                  <a:gd name="connsiteY3" fmla="*/ 4062 h 10354"/>
                  <a:gd name="connsiteX4" fmla="*/ 1718 w 10000"/>
                  <a:gd name="connsiteY4" fmla="*/ 7062 h 10354"/>
                  <a:gd name="connsiteX5" fmla="*/ 2028 w 10000"/>
                  <a:gd name="connsiteY5" fmla="*/ 8771 h 10354"/>
                  <a:gd name="connsiteX6" fmla="*/ 3437 w 10000"/>
                  <a:gd name="connsiteY6" fmla="*/ 10354 h 10354"/>
                  <a:gd name="connsiteX7" fmla="*/ 4845 w 10000"/>
                  <a:gd name="connsiteY7" fmla="*/ 10354 h 10354"/>
                  <a:gd name="connsiteX8" fmla="*/ 6563 w 10000"/>
                  <a:gd name="connsiteY8" fmla="*/ 10354 h 10354"/>
                  <a:gd name="connsiteX9" fmla="*/ 8225 w 10000"/>
                  <a:gd name="connsiteY9" fmla="*/ 10354 h 10354"/>
                  <a:gd name="connsiteX10" fmla="*/ 8225 w 10000"/>
                  <a:gd name="connsiteY10" fmla="*/ 7229 h 10354"/>
                  <a:gd name="connsiteX11" fmla="*/ 8254 w 10000"/>
                  <a:gd name="connsiteY11" fmla="*/ 7062 h 10354"/>
                  <a:gd name="connsiteX12" fmla="*/ 10000 w 10000"/>
                  <a:gd name="connsiteY12" fmla="*/ 4062 h 10354"/>
                  <a:gd name="connsiteX13" fmla="*/ 10000 w 10000"/>
                  <a:gd name="connsiteY13" fmla="*/ 2187 h 10354"/>
                  <a:gd name="connsiteX14" fmla="*/ 8761 w 10000"/>
                  <a:gd name="connsiteY14" fmla="*/ 354 h 10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354">
                    <a:moveTo>
                      <a:pt x="8761" y="354"/>
                    </a:moveTo>
                    <a:cubicBezTo>
                      <a:pt x="6114" y="1160"/>
                      <a:pt x="3561" y="-753"/>
                      <a:pt x="1211" y="354"/>
                    </a:cubicBezTo>
                    <a:cubicBezTo>
                      <a:pt x="535" y="354"/>
                      <a:pt x="0" y="1146"/>
                      <a:pt x="0" y="2187"/>
                    </a:cubicBezTo>
                    <a:lnTo>
                      <a:pt x="0" y="4062"/>
                    </a:lnTo>
                    <a:cubicBezTo>
                      <a:pt x="0" y="5604"/>
                      <a:pt x="732" y="6812"/>
                      <a:pt x="1718" y="7062"/>
                    </a:cubicBezTo>
                    <a:cubicBezTo>
                      <a:pt x="1821" y="7632"/>
                      <a:pt x="1925" y="8201"/>
                      <a:pt x="2028" y="8771"/>
                    </a:cubicBezTo>
                    <a:cubicBezTo>
                      <a:pt x="2197" y="9729"/>
                      <a:pt x="2761" y="10354"/>
                      <a:pt x="3437" y="10354"/>
                    </a:cubicBezTo>
                    <a:lnTo>
                      <a:pt x="4845" y="10354"/>
                    </a:lnTo>
                    <a:lnTo>
                      <a:pt x="6563" y="10354"/>
                    </a:lnTo>
                    <a:lnTo>
                      <a:pt x="8225" y="10354"/>
                    </a:lnTo>
                    <a:lnTo>
                      <a:pt x="8225" y="7229"/>
                    </a:lnTo>
                    <a:cubicBezTo>
                      <a:pt x="8235" y="7173"/>
                      <a:pt x="8244" y="7118"/>
                      <a:pt x="8254" y="7062"/>
                    </a:cubicBezTo>
                    <a:cubicBezTo>
                      <a:pt x="9239" y="6854"/>
                      <a:pt x="10000" y="5604"/>
                      <a:pt x="10000" y="4062"/>
                    </a:cubicBezTo>
                    <a:lnTo>
                      <a:pt x="10000" y="2187"/>
                    </a:lnTo>
                    <a:cubicBezTo>
                      <a:pt x="10000" y="1187"/>
                      <a:pt x="9380" y="1270"/>
                      <a:pt x="876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1" name="Text Placeholder 26">
            <a:extLst>
              <a:ext uri="{FF2B5EF4-FFF2-40B4-BE49-F238E27FC236}">
                <a16:creationId xmlns:a16="http://schemas.microsoft.com/office/drawing/2014/main" xmlns="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9366103" y="1494554"/>
            <a:ext cx="1877368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 dirty="0">
                <a:solidFill>
                  <a:srgbClr val="0070B2"/>
                </a:solidFill>
                <a:latin typeface="Verdana"/>
              </a:rPr>
              <a:t>Benefits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0070B2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" name="Snip Single Corner Rectangle 182"/>
          <p:cNvSpPr/>
          <p:nvPr/>
        </p:nvSpPr>
        <p:spPr>
          <a:xfrm>
            <a:off x="8886682" y="1715815"/>
            <a:ext cx="3200400" cy="4033144"/>
          </a:xfrm>
          <a:prstGeom prst="snip1Rect">
            <a:avLst>
              <a:gd name="adj" fmla="val 11420"/>
            </a:avLst>
          </a:prstGeom>
          <a:noFill/>
          <a:ln>
            <a:solidFill>
              <a:srgbClr val="0070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10" name="Group 209"/>
          <p:cNvGrpSpPr/>
          <p:nvPr/>
        </p:nvGrpSpPr>
        <p:grpSpPr>
          <a:xfrm>
            <a:off x="8466810" y="1233046"/>
            <a:ext cx="657670" cy="621391"/>
            <a:chOff x="8603580" y="1175658"/>
            <a:chExt cx="822696" cy="777313"/>
          </a:xfrm>
        </p:grpSpPr>
        <p:sp>
          <p:nvSpPr>
            <p:cNvPr id="211" name="Oval 20">
              <a:extLst>
                <a:ext uri="{FF2B5EF4-FFF2-40B4-BE49-F238E27FC236}">
                  <a16:creationId xmlns:a16="http://schemas.microsoft.com/office/drawing/2014/main" xmlns="" id="{41ACABC2-6590-4E4B-9507-376785C34C7E}"/>
                </a:ext>
              </a:extLst>
            </p:cNvPr>
            <p:cNvSpPr/>
            <p:nvPr/>
          </p:nvSpPr>
          <p:spPr>
            <a:xfrm>
              <a:off x="860358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0070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212" name="Group 211"/>
            <p:cNvGrpSpPr/>
            <p:nvPr/>
          </p:nvGrpSpPr>
          <p:grpSpPr>
            <a:xfrm>
              <a:off x="8707826" y="1344074"/>
              <a:ext cx="526380" cy="386264"/>
              <a:chOff x="-1936751" y="3287713"/>
              <a:chExt cx="1985964" cy="1457325"/>
            </a:xfrm>
            <a:solidFill>
              <a:schemeClr val="bg1"/>
            </a:solidFill>
          </p:grpSpPr>
          <p:sp>
            <p:nvSpPr>
              <p:cNvPr id="213" name="Freeform 25"/>
              <p:cNvSpPr>
                <a:spLocks noEditPoints="1"/>
              </p:cNvSpPr>
              <p:nvPr/>
            </p:nvSpPr>
            <p:spPr bwMode="auto">
              <a:xfrm>
                <a:off x="-1770063" y="4098925"/>
                <a:ext cx="312738" cy="646112"/>
              </a:xfrm>
              <a:custGeom>
                <a:avLst/>
                <a:gdLst>
                  <a:gd name="T0" fmla="*/ 41 w 247"/>
                  <a:gd name="T1" fmla="*/ 206 h 509"/>
                  <a:gd name="T2" fmla="*/ 0 w 247"/>
                  <a:gd name="T3" fmla="*/ 234 h 509"/>
                  <a:gd name="T4" fmla="*/ 0 w 247"/>
                  <a:gd name="T5" fmla="*/ 450 h 509"/>
                  <a:gd name="T6" fmla="*/ 58 w 247"/>
                  <a:gd name="T7" fmla="*/ 509 h 509"/>
                  <a:gd name="T8" fmla="*/ 189 w 247"/>
                  <a:gd name="T9" fmla="*/ 509 h 509"/>
                  <a:gd name="T10" fmla="*/ 247 w 247"/>
                  <a:gd name="T11" fmla="*/ 450 h 509"/>
                  <a:gd name="T12" fmla="*/ 247 w 247"/>
                  <a:gd name="T13" fmla="*/ 8 h 509"/>
                  <a:gd name="T14" fmla="*/ 247 w 247"/>
                  <a:gd name="T15" fmla="*/ 0 h 509"/>
                  <a:gd name="T16" fmla="*/ 41 w 247"/>
                  <a:gd name="T17" fmla="*/ 206 h 509"/>
                  <a:gd name="T18" fmla="*/ 41 w 247"/>
                  <a:gd name="T19" fmla="*/ 206 h 509"/>
                  <a:gd name="T20" fmla="*/ 41 w 247"/>
                  <a:gd name="T21" fmla="*/ 206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7" h="509">
                    <a:moveTo>
                      <a:pt x="41" y="206"/>
                    </a:moveTo>
                    <a:cubicBezTo>
                      <a:pt x="29" y="218"/>
                      <a:pt x="15" y="227"/>
                      <a:pt x="0" y="234"/>
                    </a:cubicBezTo>
                    <a:cubicBezTo>
                      <a:pt x="0" y="450"/>
                      <a:pt x="0" y="450"/>
                      <a:pt x="0" y="450"/>
                    </a:cubicBezTo>
                    <a:cubicBezTo>
                      <a:pt x="0" y="483"/>
                      <a:pt x="26" y="509"/>
                      <a:pt x="58" y="509"/>
                    </a:cubicBezTo>
                    <a:cubicBezTo>
                      <a:pt x="189" y="509"/>
                      <a:pt x="189" y="509"/>
                      <a:pt x="189" y="509"/>
                    </a:cubicBezTo>
                    <a:cubicBezTo>
                      <a:pt x="221" y="509"/>
                      <a:pt x="247" y="482"/>
                      <a:pt x="247" y="450"/>
                    </a:cubicBezTo>
                    <a:cubicBezTo>
                      <a:pt x="247" y="8"/>
                      <a:pt x="247" y="8"/>
                      <a:pt x="247" y="8"/>
                    </a:cubicBezTo>
                    <a:cubicBezTo>
                      <a:pt x="247" y="5"/>
                      <a:pt x="247" y="2"/>
                      <a:pt x="247" y="0"/>
                    </a:cubicBezTo>
                    <a:lnTo>
                      <a:pt x="41" y="206"/>
                    </a:lnTo>
                    <a:close/>
                    <a:moveTo>
                      <a:pt x="41" y="206"/>
                    </a:moveTo>
                    <a:cubicBezTo>
                      <a:pt x="41" y="206"/>
                      <a:pt x="41" y="206"/>
                      <a:pt x="41" y="20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4" name="Freeform 26"/>
              <p:cNvSpPr>
                <a:spLocks noEditPoints="1"/>
              </p:cNvSpPr>
              <p:nvPr/>
            </p:nvSpPr>
            <p:spPr bwMode="auto">
              <a:xfrm>
                <a:off x="-1936751" y="3287713"/>
                <a:ext cx="1985964" cy="1114425"/>
              </a:xfrm>
              <a:custGeom>
                <a:avLst/>
                <a:gdLst>
                  <a:gd name="T0" fmla="*/ 1530 w 1566"/>
                  <a:gd name="T1" fmla="*/ 0 h 878"/>
                  <a:gd name="T2" fmla="*/ 1526 w 1566"/>
                  <a:gd name="T3" fmla="*/ 0 h 878"/>
                  <a:gd name="T4" fmla="*/ 1261 w 1566"/>
                  <a:gd name="T5" fmla="*/ 13 h 878"/>
                  <a:gd name="T6" fmla="*/ 1226 w 1566"/>
                  <a:gd name="T7" fmla="*/ 31 h 878"/>
                  <a:gd name="T8" fmla="*/ 1236 w 1566"/>
                  <a:gd name="T9" fmla="*/ 66 h 878"/>
                  <a:gd name="T10" fmla="*/ 1318 w 1566"/>
                  <a:gd name="T11" fmla="*/ 147 h 878"/>
                  <a:gd name="T12" fmla="*/ 1288 w 1566"/>
                  <a:gd name="T13" fmla="*/ 177 h 878"/>
                  <a:gd name="T14" fmla="*/ 1043 w 1566"/>
                  <a:gd name="T15" fmla="*/ 422 h 878"/>
                  <a:gd name="T16" fmla="*/ 1021 w 1566"/>
                  <a:gd name="T17" fmla="*/ 444 h 878"/>
                  <a:gd name="T18" fmla="*/ 757 w 1566"/>
                  <a:gd name="T19" fmla="*/ 708 h 878"/>
                  <a:gd name="T20" fmla="*/ 426 w 1566"/>
                  <a:gd name="T21" fmla="*/ 376 h 878"/>
                  <a:gd name="T22" fmla="*/ 384 w 1566"/>
                  <a:gd name="T23" fmla="*/ 359 h 878"/>
                  <a:gd name="T24" fmla="*/ 343 w 1566"/>
                  <a:gd name="T25" fmla="*/ 376 h 878"/>
                  <a:gd name="T26" fmla="*/ 23 w 1566"/>
                  <a:gd name="T27" fmla="*/ 696 h 878"/>
                  <a:gd name="T28" fmla="*/ 23 w 1566"/>
                  <a:gd name="T29" fmla="*/ 779 h 878"/>
                  <a:gd name="T30" fmla="*/ 37 w 1566"/>
                  <a:gd name="T31" fmla="*/ 793 h 878"/>
                  <a:gd name="T32" fmla="*/ 79 w 1566"/>
                  <a:gd name="T33" fmla="*/ 810 h 878"/>
                  <a:gd name="T34" fmla="*/ 120 w 1566"/>
                  <a:gd name="T35" fmla="*/ 793 h 878"/>
                  <a:gd name="T36" fmla="*/ 384 w 1566"/>
                  <a:gd name="T37" fmla="*/ 529 h 878"/>
                  <a:gd name="T38" fmla="*/ 716 w 1566"/>
                  <a:gd name="T39" fmla="*/ 861 h 878"/>
                  <a:gd name="T40" fmla="*/ 757 w 1566"/>
                  <a:gd name="T41" fmla="*/ 878 h 878"/>
                  <a:gd name="T42" fmla="*/ 799 w 1566"/>
                  <a:gd name="T43" fmla="*/ 861 h 878"/>
                  <a:gd name="T44" fmla="*/ 813 w 1566"/>
                  <a:gd name="T45" fmla="*/ 846 h 878"/>
                  <a:gd name="T46" fmla="*/ 1065 w 1566"/>
                  <a:gd name="T47" fmla="*/ 594 h 878"/>
                  <a:gd name="T48" fmla="*/ 1118 w 1566"/>
                  <a:gd name="T49" fmla="*/ 541 h 878"/>
                  <a:gd name="T50" fmla="*/ 1140 w 1566"/>
                  <a:gd name="T51" fmla="*/ 519 h 878"/>
                  <a:gd name="T52" fmla="*/ 1415 w 1566"/>
                  <a:gd name="T53" fmla="*/ 245 h 878"/>
                  <a:gd name="T54" fmla="*/ 1495 w 1566"/>
                  <a:gd name="T55" fmla="*/ 324 h 878"/>
                  <a:gd name="T56" fmla="*/ 1520 w 1566"/>
                  <a:gd name="T57" fmla="*/ 339 h 878"/>
                  <a:gd name="T58" fmla="*/ 1533 w 1566"/>
                  <a:gd name="T59" fmla="*/ 336 h 878"/>
                  <a:gd name="T60" fmla="*/ 1553 w 1566"/>
                  <a:gd name="T61" fmla="*/ 297 h 878"/>
                  <a:gd name="T62" fmla="*/ 1565 w 1566"/>
                  <a:gd name="T63" fmla="*/ 38 h 878"/>
                  <a:gd name="T64" fmla="*/ 1530 w 1566"/>
                  <a:gd name="T65" fmla="*/ 0 h 878"/>
                  <a:gd name="T66" fmla="*/ 1530 w 1566"/>
                  <a:gd name="T67" fmla="*/ 0 h 878"/>
                  <a:gd name="T68" fmla="*/ 1530 w 1566"/>
                  <a:gd name="T69" fmla="*/ 0 h 8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66" h="878">
                    <a:moveTo>
                      <a:pt x="1530" y="0"/>
                    </a:moveTo>
                    <a:cubicBezTo>
                      <a:pt x="1526" y="0"/>
                      <a:pt x="1526" y="0"/>
                      <a:pt x="1526" y="0"/>
                    </a:cubicBezTo>
                    <a:cubicBezTo>
                      <a:pt x="1438" y="5"/>
                      <a:pt x="1349" y="9"/>
                      <a:pt x="1261" y="13"/>
                    </a:cubicBezTo>
                    <a:cubicBezTo>
                      <a:pt x="1247" y="14"/>
                      <a:pt x="1234" y="14"/>
                      <a:pt x="1226" y="31"/>
                    </a:cubicBezTo>
                    <a:cubicBezTo>
                      <a:pt x="1218" y="47"/>
                      <a:pt x="1227" y="56"/>
                      <a:pt x="1236" y="66"/>
                    </a:cubicBezTo>
                    <a:cubicBezTo>
                      <a:pt x="1264" y="93"/>
                      <a:pt x="1291" y="121"/>
                      <a:pt x="1318" y="147"/>
                    </a:cubicBezTo>
                    <a:cubicBezTo>
                      <a:pt x="1288" y="177"/>
                      <a:pt x="1288" y="177"/>
                      <a:pt x="1288" y="177"/>
                    </a:cubicBezTo>
                    <a:cubicBezTo>
                      <a:pt x="1043" y="422"/>
                      <a:pt x="1043" y="422"/>
                      <a:pt x="1043" y="422"/>
                    </a:cubicBezTo>
                    <a:cubicBezTo>
                      <a:pt x="1021" y="444"/>
                      <a:pt x="1021" y="444"/>
                      <a:pt x="1021" y="444"/>
                    </a:cubicBezTo>
                    <a:cubicBezTo>
                      <a:pt x="757" y="708"/>
                      <a:pt x="757" y="708"/>
                      <a:pt x="757" y="708"/>
                    </a:cubicBezTo>
                    <a:cubicBezTo>
                      <a:pt x="426" y="376"/>
                      <a:pt x="426" y="376"/>
                      <a:pt x="426" y="376"/>
                    </a:cubicBezTo>
                    <a:cubicBezTo>
                      <a:pt x="414" y="365"/>
                      <a:pt x="399" y="359"/>
                      <a:pt x="384" y="359"/>
                    </a:cubicBezTo>
                    <a:cubicBezTo>
                      <a:pt x="369" y="359"/>
                      <a:pt x="355" y="365"/>
                      <a:pt x="343" y="376"/>
                    </a:cubicBezTo>
                    <a:cubicBezTo>
                      <a:pt x="23" y="696"/>
                      <a:pt x="23" y="696"/>
                      <a:pt x="23" y="696"/>
                    </a:cubicBezTo>
                    <a:cubicBezTo>
                      <a:pt x="0" y="719"/>
                      <a:pt x="0" y="756"/>
                      <a:pt x="23" y="779"/>
                    </a:cubicBezTo>
                    <a:cubicBezTo>
                      <a:pt x="37" y="793"/>
                      <a:pt x="37" y="793"/>
                      <a:pt x="37" y="793"/>
                    </a:cubicBezTo>
                    <a:cubicBezTo>
                      <a:pt x="49" y="805"/>
                      <a:pt x="64" y="810"/>
                      <a:pt x="79" y="810"/>
                    </a:cubicBezTo>
                    <a:cubicBezTo>
                      <a:pt x="94" y="810"/>
                      <a:pt x="108" y="804"/>
                      <a:pt x="120" y="793"/>
                    </a:cubicBezTo>
                    <a:cubicBezTo>
                      <a:pt x="384" y="529"/>
                      <a:pt x="384" y="529"/>
                      <a:pt x="384" y="529"/>
                    </a:cubicBezTo>
                    <a:cubicBezTo>
                      <a:pt x="716" y="861"/>
                      <a:pt x="716" y="861"/>
                      <a:pt x="716" y="861"/>
                    </a:cubicBezTo>
                    <a:cubicBezTo>
                      <a:pt x="728" y="872"/>
                      <a:pt x="742" y="878"/>
                      <a:pt x="757" y="878"/>
                    </a:cubicBezTo>
                    <a:cubicBezTo>
                      <a:pt x="772" y="878"/>
                      <a:pt x="787" y="872"/>
                      <a:pt x="799" y="861"/>
                    </a:cubicBezTo>
                    <a:cubicBezTo>
                      <a:pt x="813" y="846"/>
                      <a:pt x="813" y="846"/>
                      <a:pt x="813" y="846"/>
                    </a:cubicBezTo>
                    <a:cubicBezTo>
                      <a:pt x="1065" y="594"/>
                      <a:pt x="1065" y="594"/>
                      <a:pt x="1065" y="594"/>
                    </a:cubicBezTo>
                    <a:cubicBezTo>
                      <a:pt x="1118" y="541"/>
                      <a:pt x="1118" y="541"/>
                      <a:pt x="1118" y="541"/>
                    </a:cubicBezTo>
                    <a:cubicBezTo>
                      <a:pt x="1140" y="519"/>
                      <a:pt x="1140" y="519"/>
                      <a:pt x="1140" y="519"/>
                    </a:cubicBezTo>
                    <a:cubicBezTo>
                      <a:pt x="1415" y="245"/>
                      <a:pt x="1415" y="245"/>
                      <a:pt x="1415" y="245"/>
                    </a:cubicBezTo>
                    <a:cubicBezTo>
                      <a:pt x="1495" y="324"/>
                      <a:pt x="1495" y="324"/>
                      <a:pt x="1495" y="324"/>
                    </a:cubicBezTo>
                    <a:cubicBezTo>
                      <a:pt x="1502" y="331"/>
                      <a:pt x="1509" y="339"/>
                      <a:pt x="1520" y="339"/>
                    </a:cubicBezTo>
                    <a:cubicBezTo>
                      <a:pt x="1524" y="339"/>
                      <a:pt x="1528" y="338"/>
                      <a:pt x="1533" y="336"/>
                    </a:cubicBezTo>
                    <a:cubicBezTo>
                      <a:pt x="1549" y="327"/>
                      <a:pt x="1553" y="313"/>
                      <a:pt x="1553" y="297"/>
                    </a:cubicBezTo>
                    <a:cubicBezTo>
                      <a:pt x="1557" y="211"/>
                      <a:pt x="1561" y="125"/>
                      <a:pt x="1565" y="38"/>
                    </a:cubicBezTo>
                    <a:cubicBezTo>
                      <a:pt x="1566" y="12"/>
                      <a:pt x="1556" y="0"/>
                      <a:pt x="1530" y="0"/>
                    </a:cubicBezTo>
                    <a:close/>
                    <a:moveTo>
                      <a:pt x="1530" y="0"/>
                    </a:moveTo>
                    <a:cubicBezTo>
                      <a:pt x="1530" y="0"/>
                      <a:pt x="1530" y="0"/>
                      <a:pt x="153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5" name="Freeform 27"/>
              <p:cNvSpPr>
                <a:spLocks noEditPoints="1"/>
              </p:cNvSpPr>
              <p:nvPr/>
            </p:nvSpPr>
            <p:spPr bwMode="auto">
              <a:xfrm>
                <a:off x="-1336675" y="4214813"/>
                <a:ext cx="312738" cy="530225"/>
              </a:xfrm>
              <a:custGeom>
                <a:avLst/>
                <a:gdLst>
                  <a:gd name="T0" fmla="*/ 176 w 247"/>
                  <a:gd name="T1" fmla="*/ 169 h 418"/>
                  <a:gd name="T2" fmla="*/ 8 w 247"/>
                  <a:gd name="T3" fmla="*/ 0 h 418"/>
                  <a:gd name="T4" fmla="*/ 0 w 247"/>
                  <a:gd name="T5" fmla="*/ 30 h 418"/>
                  <a:gd name="T6" fmla="*/ 0 w 247"/>
                  <a:gd name="T7" fmla="*/ 360 h 418"/>
                  <a:gd name="T8" fmla="*/ 58 w 247"/>
                  <a:gd name="T9" fmla="*/ 418 h 418"/>
                  <a:gd name="T10" fmla="*/ 189 w 247"/>
                  <a:gd name="T11" fmla="*/ 418 h 418"/>
                  <a:gd name="T12" fmla="*/ 247 w 247"/>
                  <a:gd name="T13" fmla="*/ 360 h 418"/>
                  <a:gd name="T14" fmla="*/ 247 w 247"/>
                  <a:gd name="T15" fmla="*/ 217 h 418"/>
                  <a:gd name="T16" fmla="*/ 191 w 247"/>
                  <a:gd name="T17" fmla="*/ 183 h 418"/>
                  <a:gd name="T18" fmla="*/ 176 w 247"/>
                  <a:gd name="T19" fmla="*/ 169 h 418"/>
                  <a:gd name="T20" fmla="*/ 176 w 247"/>
                  <a:gd name="T21" fmla="*/ 169 h 418"/>
                  <a:gd name="T22" fmla="*/ 176 w 247"/>
                  <a:gd name="T23" fmla="*/ 169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18">
                    <a:moveTo>
                      <a:pt x="176" y="169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9"/>
                      <a:pt x="0" y="19"/>
                      <a:pt x="0" y="30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0" y="392"/>
                      <a:pt x="26" y="418"/>
                      <a:pt x="58" y="418"/>
                    </a:cubicBezTo>
                    <a:cubicBezTo>
                      <a:pt x="189" y="418"/>
                      <a:pt x="189" y="418"/>
                      <a:pt x="189" y="418"/>
                    </a:cubicBezTo>
                    <a:cubicBezTo>
                      <a:pt x="221" y="418"/>
                      <a:pt x="247" y="392"/>
                      <a:pt x="247" y="360"/>
                    </a:cubicBezTo>
                    <a:cubicBezTo>
                      <a:pt x="247" y="217"/>
                      <a:pt x="247" y="217"/>
                      <a:pt x="247" y="217"/>
                    </a:cubicBezTo>
                    <a:cubicBezTo>
                      <a:pt x="226" y="211"/>
                      <a:pt x="207" y="199"/>
                      <a:pt x="191" y="183"/>
                    </a:cubicBezTo>
                    <a:lnTo>
                      <a:pt x="176" y="169"/>
                    </a:lnTo>
                    <a:close/>
                    <a:moveTo>
                      <a:pt x="176" y="169"/>
                    </a:moveTo>
                    <a:cubicBezTo>
                      <a:pt x="176" y="169"/>
                      <a:pt x="176" y="169"/>
                      <a:pt x="176" y="16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6" name="Freeform 28"/>
              <p:cNvSpPr>
                <a:spLocks noEditPoints="1"/>
              </p:cNvSpPr>
              <p:nvPr/>
            </p:nvSpPr>
            <p:spPr bwMode="auto">
              <a:xfrm>
                <a:off x="-903287" y="4200525"/>
                <a:ext cx="312738" cy="544512"/>
              </a:xfrm>
              <a:custGeom>
                <a:avLst/>
                <a:gdLst>
                  <a:gd name="T0" fmla="*/ 50 w 247"/>
                  <a:gd name="T1" fmla="*/ 180 h 429"/>
                  <a:gd name="T2" fmla="*/ 36 w 247"/>
                  <a:gd name="T3" fmla="*/ 194 h 429"/>
                  <a:gd name="T4" fmla="*/ 0 w 247"/>
                  <a:gd name="T5" fmla="*/ 220 h 429"/>
                  <a:gd name="T6" fmla="*/ 0 w 247"/>
                  <a:gd name="T7" fmla="*/ 371 h 429"/>
                  <a:gd name="T8" fmla="*/ 58 w 247"/>
                  <a:gd name="T9" fmla="*/ 429 h 429"/>
                  <a:gd name="T10" fmla="*/ 189 w 247"/>
                  <a:gd name="T11" fmla="*/ 429 h 429"/>
                  <a:gd name="T12" fmla="*/ 247 w 247"/>
                  <a:gd name="T13" fmla="*/ 371 h 429"/>
                  <a:gd name="T14" fmla="*/ 247 w 247"/>
                  <a:gd name="T15" fmla="*/ 41 h 429"/>
                  <a:gd name="T16" fmla="*/ 230 w 247"/>
                  <a:gd name="T17" fmla="*/ 0 h 429"/>
                  <a:gd name="T18" fmla="*/ 50 w 247"/>
                  <a:gd name="T19" fmla="*/ 180 h 429"/>
                  <a:gd name="T20" fmla="*/ 50 w 247"/>
                  <a:gd name="T21" fmla="*/ 180 h 429"/>
                  <a:gd name="T22" fmla="*/ 50 w 247"/>
                  <a:gd name="T23" fmla="*/ 180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29">
                    <a:moveTo>
                      <a:pt x="50" y="180"/>
                    </a:moveTo>
                    <a:cubicBezTo>
                      <a:pt x="36" y="194"/>
                      <a:pt x="36" y="194"/>
                      <a:pt x="36" y="194"/>
                    </a:cubicBezTo>
                    <a:cubicBezTo>
                      <a:pt x="25" y="205"/>
                      <a:pt x="13" y="213"/>
                      <a:pt x="0" y="220"/>
                    </a:cubicBezTo>
                    <a:cubicBezTo>
                      <a:pt x="0" y="371"/>
                      <a:pt x="0" y="371"/>
                      <a:pt x="0" y="371"/>
                    </a:cubicBezTo>
                    <a:cubicBezTo>
                      <a:pt x="0" y="403"/>
                      <a:pt x="26" y="429"/>
                      <a:pt x="58" y="429"/>
                    </a:cubicBezTo>
                    <a:cubicBezTo>
                      <a:pt x="189" y="429"/>
                      <a:pt x="189" y="429"/>
                      <a:pt x="189" y="429"/>
                    </a:cubicBezTo>
                    <a:cubicBezTo>
                      <a:pt x="221" y="429"/>
                      <a:pt x="247" y="403"/>
                      <a:pt x="247" y="371"/>
                    </a:cubicBezTo>
                    <a:cubicBezTo>
                      <a:pt x="247" y="41"/>
                      <a:pt x="247" y="41"/>
                      <a:pt x="247" y="41"/>
                    </a:cubicBezTo>
                    <a:cubicBezTo>
                      <a:pt x="247" y="25"/>
                      <a:pt x="241" y="10"/>
                      <a:pt x="230" y="0"/>
                    </a:cubicBezTo>
                    <a:lnTo>
                      <a:pt x="50" y="180"/>
                    </a:lnTo>
                    <a:close/>
                    <a:moveTo>
                      <a:pt x="50" y="180"/>
                    </a:moveTo>
                    <a:cubicBezTo>
                      <a:pt x="50" y="180"/>
                      <a:pt x="50" y="180"/>
                      <a:pt x="50" y="18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grpSp>
            <p:nvGrpSpPr>
              <p:cNvPr id="217" name="Group 216"/>
              <p:cNvGrpSpPr/>
              <p:nvPr/>
            </p:nvGrpSpPr>
            <p:grpSpPr>
              <a:xfrm>
                <a:off x="-469900" y="3744913"/>
                <a:ext cx="314325" cy="998537"/>
                <a:chOff x="-469900" y="3744913"/>
                <a:chExt cx="314325" cy="998537"/>
              </a:xfrm>
              <a:grpFill/>
            </p:grpSpPr>
            <p:sp>
              <p:nvSpPr>
                <p:cNvPr id="218" name="Freeform 29"/>
                <p:cNvSpPr>
                  <a:spLocks noEditPoints="1"/>
                </p:cNvSpPr>
                <p:nvPr/>
              </p:nvSpPr>
              <p:spPr bwMode="auto">
                <a:xfrm>
                  <a:off x="-469900" y="3744913"/>
                  <a:ext cx="314325" cy="998537"/>
                </a:xfrm>
                <a:custGeom>
                  <a:avLst/>
                  <a:gdLst>
                    <a:gd name="T0" fmla="*/ 36 w 248"/>
                    <a:gd name="T1" fmla="*/ 211 h 787"/>
                    <a:gd name="T2" fmla="*/ 15 w 248"/>
                    <a:gd name="T3" fmla="*/ 233 h 787"/>
                    <a:gd name="T4" fmla="*/ 0 w 248"/>
                    <a:gd name="T5" fmla="*/ 247 h 787"/>
                    <a:gd name="T6" fmla="*/ 0 w 248"/>
                    <a:gd name="T7" fmla="*/ 729 h 787"/>
                    <a:gd name="T8" fmla="*/ 59 w 248"/>
                    <a:gd name="T9" fmla="*/ 787 h 787"/>
                    <a:gd name="T10" fmla="*/ 190 w 248"/>
                    <a:gd name="T11" fmla="*/ 787 h 787"/>
                    <a:gd name="T12" fmla="*/ 248 w 248"/>
                    <a:gd name="T13" fmla="*/ 729 h 787"/>
                    <a:gd name="T14" fmla="*/ 248 w 248"/>
                    <a:gd name="T15" fmla="*/ 8 h 787"/>
                    <a:gd name="T16" fmla="*/ 248 w 248"/>
                    <a:gd name="T17" fmla="*/ 0 h 787"/>
                    <a:gd name="T18" fmla="*/ 36 w 248"/>
                    <a:gd name="T19" fmla="*/ 211 h 787"/>
                    <a:gd name="T20" fmla="*/ 36 w 248"/>
                    <a:gd name="T21" fmla="*/ 211 h 787"/>
                    <a:gd name="T22" fmla="*/ 36 w 248"/>
                    <a:gd name="T23" fmla="*/ 211 h 7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787">
                      <a:moveTo>
                        <a:pt x="36" y="211"/>
                      </a:moveTo>
                      <a:cubicBezTo>
                        <a:pt x="15" y="233"/>
                        <a:pt x="15" y="233"/>
                        <a:pt x="15" y="233"/>
                      </a:cubicBezTo>
                      <a:cubicBezTo>
                        <a:pt x="0" y="247"/>
                        <a:pt x="0" y="247"/>
                        <a:pt x="0" y="247"/>
                      </a:cubicBezTo>
                      <a:cubicBezTo>
                        <a:pt x="0" y="729"/>
                        <a:pt x="0" y="729"/>
                        <a:pt x="0" y="729"/>
                      </a:cubicBezTo>
                      <a:cubicBezTo>
                        <a:pt x="0" y="761"/>
                        <a:pt x="27" y="787"/>
                        <a:pt x="59" y="787"/>
                      </a:cubicBezTo>
                      <a:cubicBezTo>
                        <a:pt x="190" y="787"/>
                        <a:pt x="190" y="787"/>
                        <a:pt x="190" y="787"/>
                      </a:cubicBezTo>
                      <a:cubicBezTo>
                        <a:pt x="222" y="787"/>
                        <a:pt x="248" y="761"/>
                        <a:pt x="248" y="729"/>
                      </a:cubicBezTo>
                      <a:cubicBezTo>
                        <a:pt x="248" y="8"/>
                        <a:pt x="248" y="8"/>
                        <a:pt x="248" y="8"/>
                      </a:cubicBezTo>
                      <a:cubicBezTo>
                        <a:pt x="248" y="5"/>
                        <a:pt x="248" y="3"/>
                        <a:pt x="248" y="0"/>
                      </a:cubicBezTo>
                      <a:lnTo>
                        <a:pt x="36" y="211"/>
                      </a:lnTo>
                      <a:close/>
                      <a:moveTo>
                        <a:pt x="36" y="211"/>
                      </a:moveTo>
                      <a:cubicBezTo>
                        <a:pt x="36" y="211"/>
                        <a:pt x="36" y="211"/>
                        <a:pt x="36" y="21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218"/>
                <p:cNvSpPr/>
                <p:nvPr/>
              </p:nvSpPr>
              <p:spPr>
                <a:xfrm>
                  <a:off x="-284226" y="4392612"/>
                  <a:ext cx="128651" cy="3508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37" name="Text Placeholder 26">
            <a:extLst>
              <a:ext uri="{FF2B5EF4-FFF2-40B4-BE49-F238E27FC236}">
                <a16:creationId xmlns:a16="http://schemas.microsoft.com/office/drawing/2014/main" xmlns="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2791658" y="1507465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 dirty="0">
                <a:solidFill>
                  <a:srgbClr val="2B0A3D">
                    <a:lumMod val="75000"/>
                    <a:lumOff val="25000"/>
                  </a:srgbClr>
                </a:solidFill>
                <a:latin typeface="Verdana"/>
              </a:rPr>
              <a:t>Problem Statement	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2B0A3D">
                  <a:lumMod val="75000"/>
                  <a:lumOff val="2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19610" y="1921998"/>
            <a:ext cx="288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In change Install Validation, we need to validate WebSphere or tomcat application server JVMs (Java </a:t>
            </a:r>
            <a:r>
              <a:rPr lang="en-IN" sz="1600" dirty="0"/>
              <a:t>V</a:t>
            </a:r>
            <a:r>
              <a:rPr lang="en-IN" sz="1600" dirty="0" smtClean="0"/>
              <a:t>irtual Machines) like ZWS, TMS,  NWS, GNWS and NCVS restart. In each code wallet install we manually validate the restart.</a:t>
            </a:r>
            <a:endParaRPr lang="en-IN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970938" y="1966445"/>
            <a:ext cx="30077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will help </a:t>
            </a:r>
            <a:r>
              <a:rPr lang="en-IN" sz="1600" dirty="0" smtClean="0"/>
              <a:t>for reduce the efforts and saves the time. </a:t>
            </a:r>
            <a:r>
              <a:rPr lang="en-IN" sz="1600" dirty="0" smtClean="0"/>
              <a:t>It </a:t>
            </a:r>
            <a:r>
              <a:rPr lang="en-IN" sz="1600" dirty="0"/>
              <a:t>takes </a:t>
            </a:r>
            <a:r>
              <a:rPr lang="en-IN" sz="1600" dirty="0" smtClean="0"/>
              <a:t>384 </a:t>
            </a:r>
            <a:r>
              <a:rPr lang="en-IN" sz="1600" dirty="0" err="1" smtClean="0"/>
              <a:t>hrs</a:t>
            </a:r>
            <a:r>
              <a:rPr lang="en-IN" sz="1600" dirty="0" smtClean="0"/>
              <a:t> per year is equal to 32 </a:t>
            </a:r>
            <a:r>
              <a:rPr lang="en-IN" sz="1600" dirty="0" err="1" smtClean="0"/>
              <a:t>hrs</a:t>
            </a:r>
            <a:r>
              <a:rPr lang="en-IN" sz="1600" dirty="0" smtClean="0"/>
              <a:t> per month.</a:t>
            </a:r>
            <a:endParaRPr lang="en-I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716261" y="1779500"/>
            <a:ext cx="28692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The solution is we required a script which will validate JVM restart for different components along with error and exception during restart of JVMs.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670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tent Layouts">
  <a:themeElements>
    <a:clrScheme name="Custom 18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67D1F2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4" id="{D931797C-FB08-4D49-B24C-1A9D1AD68DFF}" vid="{1082A503-201C-40CE-BD60-A5DE4B4CE5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C94973A6F29146AB61C21578EE3D17" ma:contentTypeVersion="11" ma:contentTypeDescription="Create a new document." ma:contentTypeScope="" ma:versionID="979f4cf80773705903ec90b46084823d">
  <xsd:schema xmlns:xsd="http://www.w3.org/2001/XMLSchema" xmlns:xs="http://www.w3.org/2001/XMLSchema" xmlns:p="http://schemas.microsoft.com/office/2006/metadata/properties" xmlns:ns3="490b9119-e98c-4659-adbb-55167a979b80" xmlns:ns4="45aa9bef-2dae-4b62-943f-56e9a21d67a0" targetNamespace="http://schemas.microsoft.com/office/2006/metadata/properties" ma:root="true" ma:fieldsID="e486443225ec10b769f7387b5490f425" ns3:_="" ns4:_="">
    <xsd:import namespace="490b9119-e98c-4659-adbb-55167a979b80"/>
    <xsd:import namespace="45aa9bef-2dae-4b62-943f-56e9a21d67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9119-e98c-4659-adbb-55167a979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a9bef-2dae-4b62-943f-56e9a21d67a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8890B4-4891-4F0D-92E3-34A81B9A9E74}">
  <ds:schemaRefs>
    <ds:schemaRef ds:uri="http://purl.org/dc/dcmitype/"/>
    <ds:schemaRef ds:uri="490b9119-e98c-4659-adbb-55167a979b80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45aa9bef-2dae-4b62-943f-56e9a21d67a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7E8B7B2-05F9-44A6-89FE-3FB8C0435B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5DDDB1-3741-4150-AB70-78B1DE6626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0b9119-e98c-4659-adbb-55167a979b80"/>
    <ds:schemaRef ds:uri="45aa9bef-2dae-4b62-943f-56e9a21d67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107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Content Layouts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Sonnet</dc:creator>
  <cp:lastModifiedBy>Pathare, Kanchan Sambhaji</cp:lastModifiedBy>
  <cp:revision>15</cp:revision>
  <dcterms:created xsi:type="dcterms:W3CDTF">2019-02-18T07:40:58Z</dcterms:created>
  <dcterms:modified xsi:type="dcterms:W3CDTF">2021-05-31T06:54:17Z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0x0101001FC94973A6F29146AB61C21578EE3D17</vt:lpwstr>
  </property>
</Properties>
</file>